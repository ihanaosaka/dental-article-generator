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#008</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哺乳びんむし歯って何？ 寝かしつけの授乳、続けて大丈夫？</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0〜2歳のお子さんを持つ保護者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哺乳びんむし歯って何？</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寝かしつけのとき、いつも哺乳びんでミルクを飲ませています。</a:t>
            </a:r>
            <a:br/>
            <a:r>
              <a:t>最近『哺乳びんむし歯』という言葉を知って不安になりました。</a:t>
            </a:r>
            <a:br/>
            <a:r>
              <a:t>夜の授乳はやめたほうがいいんでしょうか？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授乳そのものが悪いわけではありません</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結論からお伝えすると、寝かしつけの授乳をすべてやめる必要はありません。</a:t>
            </a:r>
          </a:p>
          <a:p>
            <a:pPr>
              <a:spcAft>
                <a:spcPts val="800"/>
              </a:spcAft>
              <a:defRPr sz="1400">
                <a:solidFill>
                  <a:srgbClr val="333333"/>
                </a:solidFill>
                <a:latin typeface="Meiryo"/>
              </a:defRPr>
            </a:pPr>
            <a:r>
              <a:t>• 哺乳びんむし歯は、甘い飲み物が長い時間お口の中に残ること、そして口のケアが不十分なことが重なったときに起こりやすくなります。</a:t>
            </a:r>
          </a:p>
          <a:p>
            <a:pPr>
              <a:spcAft>
                <a:spcPts val="800"/>
              </a:spcAft>
              <a:defRPr sz="1400">
                <a:solidFill>
                  <a:srgbClr val="333333"/>
                </a:solidFill>
                <a:latin typeface="Meiryo"/>
              </a:defRPr>
            </a:pPr>
            <a:r>
              <a:t>• つまり、大切なのは授乳をやめることではなく、歯が生えたあとのお口のケアをセットで行うことなんですね。</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「授乳×」ではなく「授乳＋口腔ケア○」のアイコン表示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セクション2：なぜ寝ている間が要注意なの？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寝ている間はだ液が減る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むし歯は、お口の中の細菌が糖分をエサにして酸を作り、その酸が歯を溶かすことで起こります。</a:t>
            </a:r>
          </a:p>
          <a:p>
            <a:pPr>
              <a:spcAft>
                <a:spcPts val="800"/>
              </a:spcAft>
              <a:defRPr sz="1400">
                <a:solidFill>
                  <a:srgbClr val="333333"/>
                </a:solidFill>
                <a:latin typeface="Meiryo"/>
              </a:defRPr>
            </a:pPr>
            <a:r>
              <a:t>• ふだんは、だ液がこの酸を洗い流して歯を守ってくれているのですが、寝ている間はだ液の量がぐっと減ってしまいます。</a:t>
            </a:r>
          </a:p>
          <a:p>
            <a:pPr>
              <a:spcAft>
                <a:spcPts val="800"/>
              </a:spcAft>
              <a:defRPr sz="1400">
                <a:solidFill>
                  <a:srgbClr val="333333"/>
                </a:solidFill>
                <a:latin typeface="Meiryo"/>
              </a:defRPr>
            </a:pPr>
            <a:r>
              <a:t>• そのため、甘い飲み物をくわえたまま眠ると、歯が長い時間、酸にさらされ続けてしまうんです。</a:t>
            </a:r>
          </a:p>
          <a:p>
            <a:pPr>
              <a:spcAft>
                <a:spcPts val="800"/>
              </a:spcAft>
              <a:defRPr sz="1400">
                <a:solidFill>
                  <a:srgbClr val="333333"/>
                </a:solidFill>
                <a:latin typeface="Meiryo"/>
              </a:defRPr>
            </a:pPr>
            <a:r>
              <a:t>• 特に気をつけたいのは、哺乳びんにジュースや甘い飲み物を入れるケースです。哺乳びんに入れるのはミルクかお水にするのが安心ですよ。</a:t>
            </a:r>
          </a:p>
          <a:p>
            <a:pPr>
              <a:spcAft>
                <a:spcPts val="800"/>
              </a:spcAft>
              <a:defRPr sz="1400">
                <a:solidFill>
                  <a:srgbClr val="333333"/>
                </a:solidFill>
                <a:latin typeface="Meiryo"/>
              </a:defRPr>
            </a:pPr>
            <a:r>
              <a:t>• ちなみに、母乳そのものがむし歯の直接の原因になるわけではありません。大切なのは、授乳のあとにお口のケアをすることです。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だ液の分泌量が起きているときと寝ているときで変わるイメージ図 / 「哺乳びんにはミルクかお水」のアイコン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セクション3：実践アドバイス</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今日からできる3つのポイント</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今日からできることを3つご紹介します。</a:t>
            </a:r>
          </a:p>
          <a:p>
            <a:pPr>
              <a:spcAft>
                <a:spcPts val="800"/>
              </a:spcAft>
              <a:defRPr sz="1400">
                <a:solidFill>
                  <a:srgbClr val="333333"/>
                </a:solidFill>
                <a:latin typeface="Meiryo"/>
              </a:defRPr>
            </a:pPr>
            <a:r>
              <a:t>• 1つ目。授乳のあと、特に寝る前の授乳のあとには、濡らしたガーゼや柔らかい歯ブラシで歯の表面をやさしく拭いてあげてください。</a:t>
            </a:r>
          </a:p>
          <a:p>
            <a:pPr>
              <a:spcAft>
                <a:spcPts val="800"/>
              </a:spcAft>
              <a:defRPr sz="1400">
                <a:solidFill>
                  <a:srgbClr val="333333"/>
                </a:solidFill>
                <a:latin typeface="Meiryo"/>
              </a:defRPr>
            </a:pPr>
            <a:r>
              <a:t>• 2つ目。哺乳びんをくわえたまま寝かせないようにしましょう。飲み終わったら、そっと外してあげてくださいね。</a:t>
            </a:r>
          </a:p>
          <a:p>
            <a:pPr>
              <a:spcAft>
                <a:spcPts val="800"/>
              </a:spcAft>
              <a:defRPr sz="1400">
                <a:solidFill>
                  <a:srgbClr val="333333"/>
                </a:solidFill>
                <a:latin typeface="Meiryo"/>
              </a:defRPr>
            </a:pPr>
            <a:r>
              <a:t>• 3つ目。1歳を過ぎたら、少しずつコップ飲みの練習を始めましょう。コップで飲むと、飲み物が歯に触れる時間が短くなるので、むし歯のリスクが下がります。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3つのポイントをチェックリスト風に1つずつ表示 / コップ飲みの練習をするイラスト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フッ素＋糖分コントロール＋定期受診</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おうちでは、歯が生えたらフッ素入り歯みがき粉を米粒くらいの量で使い始めましょう。</a:t>
            </a:r>
          </a:p>
          <a:p>
            <a:pPr>
              <a:spcAft>
                <a:spcPts val="800"/>
              </a:spcAft>
              <a:defRPr sz="1400">
                <a:solidFill>
                  <a:srgbClr val="333333"/>
                </a:solidFill>
                <a:latin typeface="Meiryo"/>
              </a:defRPr>
            </a:pPr>
            <a:r>
              <a:t>• そして、ジュースやお菓子など甘いものの回数を意識してみてください。</a:t>
            </a:r>
          </a:p>
          <a:p>
            <a:pPr>
              <a:spcAft>
                <a:spcPts val="800"/>
              </a:spcAft>
              <a:defRPr sz="1400">
                <a:solidFill>
                  <a:srgbClr val="333333"/>
                </a:solidFill>
                <a:latin typeface="Meiryo"/>
              </a:defRPr>
            </a:pPr>
            <a:r>
              <a:t>• この2つに加えて、定期的に歯医者さんでチェックしてもらうことが、むし歯予防の3つの柱です。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予防の3つの柱を図で表示（フッ素・糖分管理・歯科受診）</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授乳＋お口のケアで安心</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寝かしつけの授乳は、親子の大切なスキンシップの時間です。全部やめる必要はありません。</a:t>
            </a:r>
            <a:br/>
            <a:r>
              <a:t>できることを一つずつ取り入れて、お子さんの歯を守っていきましょう。</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授乳をやめることではなく、歯が生えたあとの口腔ケアをセットにすることが大切。</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