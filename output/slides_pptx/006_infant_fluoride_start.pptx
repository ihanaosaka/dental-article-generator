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#006</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フッ素っていつから使っていいの？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0〜2歳のお子さんを持つ保護者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フッ素はいつから使える？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赤ちゃんに歯が生えてきたので、</a:t>
            </a:r>
            <a:br/>
            <a:r>
              <a:t>そろそろ歯みがきを始めようと思っています。</a:t>
            </a:r>
            <a:br/>
            <a:r>
              <a:t>フッ素入りの歯みがき粉って、</a:t>
            </a:r>
            <a:br/>
            <a:r>
              <a:t>赤ちゃんに使っても大丈夫なんでしょうか？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歯が生えたその日から使えます</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結論からお伝えすると、フッ素入りの歯みがき粉は、歯が生えたその日から使い始めて大丈夫です。</a:t>
            </a:r>
          </a:p>
          <a:p>
            <a:pPr>
              <a:spcAft>
                <a:spcPts val="800"/>
              </a:spcAft>
              <a:defRPr sz="1400">
                <a:solidFill>
                  <a:srgbClr val="333333"/>
                </a:solidFill>
                <a:latin typeface="Meiryo"/>
              </a:defRPr>
            </a:pPr>
            <a:r>
              <a:t>• これはWHO（世界保健機関）をはじめ、アメリカの小児歯科学会、日本の歯科の専門家も共通して推奨している考え方です。</a:t>
            </a:r>
          </a:p>
          <a:p>
            <a:pPr>
              <a:spcAft>
                <a:spcPts val="800"/>
              </a:spcAft>
              <a:defRPr sz="1400">
                <a:solidFill>
                  <a:srgbClr val="333333"/>
                </a:solidFill>
                <a:latin typeface="Meiryo"/>
              </a:defRPr>
            </a:pPr>
            <a:r>
              <a:t>• 『えっ、赤ちゃんにフッ素？飲み込んだら怖い…』と思う方もいらっしゃいますよね。でも、使う量さえ守れば安全です。順番にご説明しますね。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歯が生えた赤ちゃんのイラスト → フッ素入り歯みがき粉のイメージ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セクション2：なぜフッ素が必要なの？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乳歯のむし歯は世界で最も多い子どもの慢性疾患</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赤ちゃんの乳歯は、大人の歯に比べて表面のエナメル質が薄いので、むし歯になりやすく、進行も早いのが特徴です。</a:t>
            </a:r>
          </a:p>
          <a:p>
            <a:pPr>
              <a:spcAft>
                <a:spcPts val="800"/>
              </a:spcAft>
              <a:defRPr sz="1400">
                <a:solidFill>
                  <a:srgbClr val="333333"/>
                </a:solidFill>
                <a:latin typeface="Meiryo"/>
              </a:defRPr>
            </a:pPr>
            <a:r>
              <a:t>• 実は、乳歯のむし歯は世界中で最も多い子どもの慢性疾患と言われていて、4〜5人に1人の子どもが5歳までにむし歯を経験しているというデータもあります。</a:t>
            </a:r>
          </a:p>
          <a:p>
            <a:pPr>
              <a:spcAft>
                <a:spcPts val="800"/>
              </a:spcAft>
              <a:defRPr sz="1400">
                <a:solidFill>
                  <a:srgbClr val="333333"/>
                </a:solidFill>
                <a:latin typeface="Meiryo"/>
              </a:defRPr>
            </a:pPr>
            <a:r>
              <a:t>• フッ素には3つの働きがあります。歯の表面を強くすること、溶けだした成分を元に戻す手助けをすること、そしてむし歯菌の働きを抑えること。</a:t>
            </a:r>
          </a:p>
          <a:p>
            <a:pPr>
              <a:spcAft>
                <a:spcPts val="800"/>
              </a:spcAft>
              <a:defRPr sz="1400">
                <a:solidFill>
                  <a:srgbClr val="333333"/>
                </a:solidFill>
                <a:latin typeface="Meiryo"/>
              </a:defRPr>
            </a:pPr>
            <a:r>
              <a:t>• つまり、フッ素は歯を守るとても頼もしい味方なんです。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「4〜5人に1人」の数字をアイコンで表示 / フッ素の3つの働きをアイコン付きで順番に表示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セクション3：正しい使い方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3歳未満は「米粒大」でOK</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では、具体的な使い方をお伝えしますね。</a:t>
            </a:r>
          </a:p>
          <a:p>
            <a:pPr>
              <a:spcAft>
                <a:spcPts val="800"/>
              </a:spcAft>
              <a:defRPr sz="1400">
                <a:solidFill>
                  <a:srgbClr val="333333"/>
                </a:solidFill>
                <a:latin typeface="Meiryo"/>
              </a:defRPr>
            </a:pPr>
            <a:r>
              <a:t>• まず、フッ素の濃度は1000ppm以上のものを選びましょう。パッケージの裏面に書いてありますので、確認してみてください。</a:t>
            </a:r>
          </a:p>
          <a:p>
            <a:pPr>
              <a:spcAft>
                <a:spcPts val="800"/>
              </a:spcAft>
              <a:defRPr sz="1400">
                <a:solidFill>
                  <a:srgbClr val="333333"/>
                </a:solidFill>
                <a:latin typeface="Meiryo"/>
              </a:defRPr>
            </a:pPr>
            <a:r>
              <a:t>• 量の目安は、3歳未満なら米粒くらいの、ほんの少しの量。3歳から6歳はグリーンピース1粒くらいの量です。</a:t>
            </a:r>
          </a:p>
          <a:p>
            <a:pPr>
              <a:spcAft>
                <a:spcPts val="800"/>
              </a:spcAft>
              <a:defRPr sz="1400">
                <a:solidFill>
                  <a:srgbClr val="333333"/>
                </a:solidFill>
                <a:latin typeface="Meiryo"/>
              </a:defRPr>
            </a:pPr>
            <a:r>
              <a:t>• 米粒くらいの量であれば、万が一飲み込んでしまっても問題ありません。世界中の専門機関が安全性を確認した上で推奨している量なので、安心してくださいね。</a:t>
            </a:r>
          </a:p>
          <a:p>
            <a:pPr>
              <a:spcAft>
                <a:spcPts val="800"/>
              </a:spcAft>
              <a:defRPr sz="1400">
                <a:solidFill>
                  <a:srgbClr val="333333"/>
                </a:solidFill>
                <a:latin typeface="Meiryo"/>
              </a:defRPr>
            </a:pPr>
            <a:r>
              <a:t>• それから、おうちでのケアに加えて、歯医者さんでのフッ素塗布も3〜6か月ごとに受けるとより効果的です。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米粒大・豆粒大の量を歯ブラシ上で比較するイラスト / 年齢別の使用量を表形式で表示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寝る前の仕上げみがきが一番大切</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おうちでは、お子さんを膝の上に寝かせて、やさしく小刻みに歯ブラシを動かして仕上げみがきをしてあげてください。</a:t>
            </a:r>
          </a:p>
          <a:p>
            <a:pPr>
              <a:spcAft>
                <a:spcPts val="800"/>
              </a:spcAft>
              <a:defRPr sz="1400">
                <a:solidFill>
                  <a:srgbClr val="333333"/>
                </a:solidFill>
                <a:latin typeface="Meiryo"/>
              </a:defRPr>
            </a:pPr>
            <a:r>
              <a:t>• 特に大切なのは寝る前のみがきです。寝ている間はだ液が減ってむし歯菌が活発になりやすいので、1日の中で一番丁寧にみがいてあげたいタイミングです。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膝の上に寝かせた仕上げみがきのイラスト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歯が生えたらフッ素デビュー</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フッ素は、歯が生えたその日から使えます。正しい量を守れば安全で、お子さんの歯を守る大きな力になります。</a:t>
            </a:r>
            <a:br/>
            <a:r>
              <a:t>フッ素デビュー、ぜひ始めてみてくださいね。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フッ素入り歯みがき粉は歯が生えたその日から。3歳未満は米粒大の量で安全に使える。</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