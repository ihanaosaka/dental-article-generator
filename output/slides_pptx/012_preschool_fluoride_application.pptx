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#012</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歯医者さんでのフッ素塗布って、本当に意味あるの？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3〜6歳のお子さんを持つ保護者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フッ素塗布 本当に意味あるの？</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歯医者さんでフッ素塗布を毎回すすめられるんですが、</a:t>
            </a:r>
            <a:br/>
            <a:r>
              <a:t>正直よくわからないまま受けています。</a:t>
            </a:r>
            <a:br/>
            <a:r>
              <a:t>本当にむし歯を防いでくれるんですか？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フッ素塗布は科学的に効果が認められた予防法</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結論からお伝えすると、フッ素塗布はむし歯予防に効果があることが、世界中のたくさんの研究で確認されています。</a:t>
            </a:r>
          </a:p>
          <a:p>
            <a:pPr>
              <a:spcAft>
                <a:spcPts val="800"/>
              </a:spcAft>
              <a:defRPr sz="1400">
                <a:solidFill>
                  <a:srgbClr val="333333"/>
                </a:solidFill>
                <a:latin typeface="Meiryo"/>
              </a:defRPr>
            </a:pPr>
            <a:r>
              <a:t>• 『なんとなく良さそう』というレベルではなく、WHO（世界保健機関）やアメリカの予防医学の専門委員会も公式に推奨している予防法です。</a:t>
            </a:r>
          </a:p>
          <a:p>
            <a:pPr>
              <a:spcAft>
                <a:spcPts val="800"/>
              </a:spcAft>
              <a:defRPr sz="1400">
                <a:solidFill>
                  <a:srgbClr val="333333"/>
                </a:solidFill>
                <a:latin typeface="Meiryo"/>
              </a:defRPr>
            </a:pPr>
            <a:r>
              <a:t>• しかも、むし歯になってから治療するより、フッ素塗布で予防するほうが結果的に経済的だという研究結果もあります。安心して受けていただいて大丈夫です。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WHO・USPSTFのロゴ風アイコンと「推奨」の文字 / 「予防 vs 治療」のコスト比較イメージ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セクション2：なぜフッ素塗布が効くの？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歯みがきだけでは防ぎきれない理由がある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お子さんの乳歯は、大人の歯と比べてエナメル質の厚さが約半分しかありません。つまり、むし歯の原因となる酸に弱く、むし歯が進みやすいんです。</a:t>
            </a:r>
          </a:p>
          <a:p>
            <a:pPr>
              <a:spcAft>
                <a:spcPts val="800"/>
              </a:spcAft>
              <a:defRPr sz="1400">
                <a:solidFill>
                  <a:srgbClr val="333333"/>
                </a:solidFill>
                <a:latin typeface="Meiryo"/>
              </a:defRPr>
            </a:pPr>
            <a:r>
              <a:t>• どんなに丁寧にみがいても、奥歯の溝や歯と歯の間など、歯ブラシが届きにくい場所はどうしてもあります。歯みがきだけですべてを防ぐのは難しいのが現実です。</a:t>
            </a:r>
          </a:p>
          <a:p>
            <a:pPr>
              <a:spcAft>
                <a:spcPts val="800"/>
              </a:spcAft>
              <a:defRPr sz="1400">
                <a:solidFill>
                  <a:srgbClr val="333333"/>
                </a:solidFill>
                <a:latin typeface="Meiryo"/>
              </a:defRPr>
            </a:pPr>
            <a:r>
              <a:t>• フッ素塗布は、歯の表面を酸に溶けにくく強くして、むし歯のリスクを下げてくれます。</a:t>
            </a:r>
          </a:p>
          <a:p>
            <a:pPr>
              <a:spcAft>
                <a:spcPts val="800"/>
              </a:spcAft>
              <a:defRPr sz="1400">
                <a:solidFill>
                  <a:srgbClr val="333333"/>
                </a:solidFill>
                <a:latin typeface="Meiryo"/>
              </a:defRPr>
            </a:pPr>
            <a:r>
              <a:t>• 世界中の研究をまとめて分析した複数の報告で、乳歯のむし歯予防に有効であることが繰り返し確認されています。</a:t>
            </a:r>
          </a:p>
          <a:p>
            <a:pPr>
              <a:spcAft>
                <a:spcPts val="800"/>
              </a:spcAft>
              <a:defRPr sz="1400">
                <a:solidFill>
                  <a:srgbClr val="333333"/>
                </a:solidFill>
                <a:latin typeface="Meiryo"/>
              </a:defRPr>
            </a:pPr>
            <a:r>
              <a:t>• 歯みがきという『基本の守り』に加えて、フッ素塗布という『プラスアルファの予防』を組み合わせることがポイントです。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乳歯と永久歯のエナメル質の厚さ比較イラスト / 「歯みがき + フッ素塗布 = 予防力アップ」の図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セクション3：安全性と受診のタイミング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専門家の管理のもとで行うから安心</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『フッ素って体に悪くないの？』そう心配される方もいらっしゃると思います。</a:t>
            </a:r>
          </a:p>
          <a:p>
            <a:pPr>
              <a:spcAft>
                <a:spcPts val="800"/>
              </a:spcAft>
              <a:defRPr sz="1400">
                <a:solidFill>
                  <a:srgbClr val="333333"/>
                </a:solidFill>
                <a:latin typeface="Meiryo"/>
              </a:defRPr>
            </a:pPr>
            <a:r>
              <a:t>• 歯科医院でのフッ素塗布は、歯科医師や歯科衛生士が使う量をきちんと管理して行います。安全性の高い処置ですので、ご安心ください。</a:t>
            </a:r>
          </a:p>
          <a:p>
            <a:pPr>
              <a:spcAft>
                <a:spcPts val="800"/>
              </a:spcAft>
              <a:defRPr sz="1400">
                <a:solidFill>
                  <a:srgbClr val="333333"/>
                </a:solidFill>
                <a:latin typeface="Meiryo"/>
              </a:defRPr>
            </a:pPr>
            <a:r>
              <a:t>• フッ素塗布は、3か月から6か月ごとに受けるのが一般的な目安です。ただし、お子さんのむし歯のなりやすさによって適切な頻度は変わりますので、歯科医師に相談してスケジ…</a:t>
            </a:r>
          </a:p>
          <a:p>
            <a:pPr>
              <a:spcAft>
                <a:spcPts val="800"/>
              </a:spcAft>
              <a:defRPr sz="1400">
                <a:solidFill>
                  <a:srgbClr val="333333"/>
                </a:solidFill>
                <a:latin typeface="Meiryo"/>
              </a:defRPr>
            </a:pPr>
            <a:r>
              <a:t>• 大切なのは、フッ素塗布だけに頼るのではなく、毎日の歯みがきや食生活の見直しと組み合わせることです。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「3〜6か月ごと」のカレンダーイメージ / 「フッ素塗布 + 歯みがき + 食生活」の3つの柱のイラスト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フッ素入り歯みがき粉を正しく使おう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おうちでは、フッ素入りの歯みがき粉を正しい量で使いましょう。3歳未満は米粒くらい、3歳から6歳はグリーンピースくらいが目安です。</a:t>
            </a:r>
          </a:p>
          <a:p>
            <a:pPr>
              <a:spcAft>
                <a:spcPts val="800"/>
              </a:spcAft>
              <a:defRPr sz="1400">
                <a:solidFill>
                  <a:srgbClr val="333333"/>
                </a:solidFill>
                <a:latin typeface="Meiryo"/>
              </a:defRPr>
            </a:pPr>
            <a:r>
              <a:t>• 歯みがきのあとのうがいは、少量の水で1回だけにすると、フッ素がお口の中に残りやすくなります。</a:t>
            </a:r>
          </a:p>
          <a:p>
            <a:pPr>
              <a:spcAft>
                <a:spcPts val="800"/>
              </a:spcAft>
              <a:defRPr sz="1400">
                <a:solidFill>
                  <a:srgbClr val="333333"/>
                </a:solidFill>
                <a:latin typeface="Meiryo"/>
              </a:defRPr>
            </a:pPr>
            <a:r>
              <a:t>• そして、甘いおやつや飲み物のだらだら食べ・飲みを減らすこともむし歯予防にはとても大切ですよ。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米粒大・グリーンピース大の歯みがき粉のイメージ写真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フッ素塗布＋毎日のケアでむし歯を予防</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フッ素塗布は、科学がしっかり効果を認めた予防法です。歯みがきや食生活と組み合わせて、お子さんの歯を守っていきましょう。</a:t>
            </a:r>
            <a:br/>
            <a:r>
              <a:t>気になることがあれば、いつでもお気軽にご相談くださいね。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フッ素塗布は世界的に認められた予防法。歯みがきや食生活と組み合わせて、むし歯予防の効果を最大限に。</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