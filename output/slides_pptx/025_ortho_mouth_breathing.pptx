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#025</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お口ポカン、放っておいて大丈夫？——口呼吸と歯並びの関係</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お子さんの口呼吸が気になる保護者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お口ポカン 歯並びに影響する？</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うちの子、寝ているときも起きているときも</a:t>
            </a:r>
            <a:br/>
            <a:r>
              <a:t>口がポカンと開いていることが多いんです。</a:t>
            </a:r>
            <a:br/>
            <a:r>
              <a:t>歯並びに影響しますか？</a:t>
            </a:r>
            <a:br/>
            <a:r>
              <a:t>放っておいても大丈夫でしょうか……？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口呼吸は歯並びや顔の成長に影響する可能性があります</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結論からお伝えすると、口呼吸が長く続くと、歯並びや顔の成長に影響を与える可能性があることが複数の研究で示されています。</a:t>
            </a:r>
          </a:p>
          <a:p>
            <a:pPr>
              <a:spcAft>
                <a:spcPts val="800"/>
              </a:spcAft>
              <a:defRPr sz="1400">
                <a:solidFill>
                  <a:srgbClr val="333333"/>
                </a:solidFill>
                <a:latin typeface="Meiryo"/>
              </a:defRPr>
            </a:pPr>
            <a:r>
              <a:t>• ただし、『すぐに大変なことになる』と焦る必要はありません。</a:t>
            </a:r>
          </a:p>
          <a:p>
            <a:pPr>
              <a:spcAft>
                <a:spcPts val="800"/>
              </a:spcAft>
              <a:defRPr sz="1400">
                <a:solidFill>
                  <a:srgbClr val="333333"/>
                </a:solidFill>
                <a:latin typeface="Meiryo"/>
              </a:defRPr>
            </a:pPr>
            <a:r>
              <a:t>• 大切なのは、早めに気づいて、早めに専門家に相談すること。成長期のお子さんだからこそ、適切な対応で改善が期待できます。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鼻呼吸と口呼吸の比較イラスト（やさしいタッチ）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セクション2：なぜ口呼吸が歯並びに影響するの？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カギは「舌の位置」</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鼻で呼吸しているとき、舌は自然に上あごの天井にぴったりくっついています。</a:t>
            </a:r>
          </a:p>
          <a:p>
            <a:pPr>
              <a:spcAft>
                <a:spcPts val="800"/>
              </a:spcAft>
              <a:defRPr sz="1400">
                <a:solidFill>
                  <a:srgbClr val="333333"/>
                </a:solidFill>
                <a:latin typeface="Meiryo"/>
              </a:defRPr>
            </a:pPr>
            <a:r>
              <a:t>• この舌の圧力が、上あごを横に広げる力として働いているんです。</a:t>
            </a:r>
          </a:p>
          <a:p>
            <a:pPr>
              <a:spcAft>
                <a:spcPts val="800"/>
              </a:spcAft>
              <a:defRPr sz="1400">
                <a:solidFill>
                  <a:srgbClr val="333333"/>
                </a:solidFill>
                <a:latin typeface="Meiryo"/>
              </a:defRPr>
            </a:pPr>
            <a:r>
              <a:t>• ところが口呼吸をしていると、口を開けているので舌の位置が下がってしまいます。</a:t>
            </a:r>
          </a:p>
          <a:p>
            <a:pPr>
              <a:spcAft>
                <a:spcPts val="800"/>
              </a:spcAft>
              <a:defRPr sz="1400">
                <a:solidFill>
                  <a:srgbClr val="333333"/>
                </a:solidFill>
                <a:latin typeface="Meiryo"/>
              </a:defRPr>
            </a:pPr>
            <a:r>
              <a:t>• すると上あごが狭くなりやすくなり、歯が並ぶスペースが足りなくなって歯並びが乱れやすくなるんですね。</a:t>
            </a:r>
          </a:p>
          <a:p>
            <a:pPr>
              <a:spcAft>
                <a:spcPts val="800"/>
              </a:spcAft>
              <a:defRPr sz="1400">
                <a:solidFill>
                  <a:srgbClr val="333333"/>
                </a:solidFill>
                <a:latin typeface="Meiryo"/>
              </a:defRPr>
            </a:pPr>
            <a:r>
              <a:t>• 研究では、口呼吸のお子さんは顔が縦に長くなりやすい傾向があること、前歯がかみ合わない状態や奥歯のかみ合わせのずれが多く見られることも報告されています。</a:t>
            </a:r>
          </a:p>
          <a:p>
            <a:pPr>
              <a:spcAft>
                <a:spcPts val="800"/>
              </a:spcAft>
              <a:defRPr sz="1400">
                <a:solidFill>
                  <a:srgbClr val="333333"/>
                </a:solidFill>
                <a:latin typeface="Meiryo"/>
              </a:defRPr>
            </a:pPr>
            <a:r>
              <a:t>• さらに、口呼吸と歯並びの問題はお互いに悪影響を与え合う悪循環になることもあるんです。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舌の位置の比較イラスト（上あごにつく vs 下がる） / 「悪循環」の矢印サイクル図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まずは観察、そして相談を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では、おうちでできることを3つお伝えします。</a:t>
            </a:r>
          </a:p>
          <a:p>
            <a:pPr>
              <a:spcAft>
                <a:spcPts val="800"/>
              </a:spcAft>
              <a:defRPr sz="1400">
                <a:solidFill>
                  <a:srgbClr val="333333"/>
                </a:solidFill>
                <a:latin typeface="Meiryo"/>
              </a:defRPr>
            </a:pPr>
            <a:r>
              <a:t>• ひとつめ。お子さんの呼吸を観察してみてください。寝ているときに口が開いていないか、いびきをかいていないか。テレビを見ているときに口がポカンと開いていないかチェッ…</a:t>
            </a:r>
          </a:p>
          <a:p>
            <a:pPr>
              <a:spcAft>
                <a:spcPts val="800"/>
              </a:spcAft>
              <a:defRPr sz="1400">
                <a:solidFill>
                  <a:srgbClr val="333333"/>
                </a:solidFill>
                <a:latin typeface="Meiryo"/>
              </a:defRPr>
            </a:pPr>
            <a:r>
              <a:t>• ふたつめ。鼻づまりが続いている場合は、まず耳鼻咽喉科を受診しましょう。アレルギー性鼻炎や扁桃腺の肥大が原因のことがあります。</a:t>
            </a:r>
          </a:p>
          <a:p>
            <a:pPr>
              <a:spcAft>
                <a:spcPts val="800"/>
              </a:spcAft>
              <a:defRPr sz="1400">
                <a:solidFill>
                  <a:srgbClr val="333333"/>
                </a:solidFill>
                <a:latin typeface="Meiryo"/>
              </a:defRPr>
            </a:pPr>
            <a:r>
              <a:t>• みっつめ。歯並びやかみ合わせが気になる場合は、歯科・矯正歯科にも相談しましょう。耳鼻咽喉科と歯科、両方からの評価が大切です。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3つのポイントをステップ風に表示 / 「耳鼻咽喉科＋歯科」の連携イメージ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遊びの中でお口の力を育てよう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口呼吸が癖になっているお子さんには、楽しみながらお口の筋肉を鍛える遊びも効果的です。</a:t>
            </a:r>
          </a:p>
          <a:p>
            <a:pPr>
              <a:spcAft>
                <a:spcPts val="800"/>
              </a:spcAft>
              <a:defRPr sz="1400">
                <a:solidFill>
                  <a:srgbClr val="333333"/>
                </a:solidFill>
                <a:latin typeface="Meiryo"/>
              </a:defRPr>
            </a:pPr>
            <a:r>
              <a:t>• シャボン玉や風船ふくらまし、ストローでブクブク遊びなど、唇を使う遊びがおすすめです。</a:t>
            </a:r>
          </a:p>
          <a:p>
            <a:pPr>
              <a:spcAft>
                <a:spcPts val="800"/>
              </a:spcAft>
              <a:defRPr sz="1400">
                <a:solidFill>
                  <a:srgbClr val="333333"/>
                </a:solidFill>
                <a:latin typeface="Meiryo"/>
              </a:defRPr>
            </a:pPr>
            <a:r>
              <a:t>• また、姿勢にも気をつけてみてください。猫背になると口が開きやすくなります。外遊びや運動で体幹を鍛えることも大切ですよ。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シャボン玉・風船のかわいいイラスト / 良い姿勢と猫背の比較イラスト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早めに気づいて 早めに相談</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お口ポカンが気になったら、まずは観察、そして相談を。</a:t>
            </a:r>
            <a:br/>
            <a:r>
              <a:t>成長期のお子さんだからこそ、早めの対応が力になります。お気軽にご相談くださいね。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口呼吸は歯並びに影響しうる。早めに気づいて、耳鼻咽喉科と歯科の両面から相談を。</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