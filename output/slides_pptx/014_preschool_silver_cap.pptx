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#014</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乳歯の銀歯、永久歯の生え変わりに影響しない？</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3〜6歳のお子さんを持つ保護者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乳歯の銀歯 永久歯に影響ある？</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子どもの乳歯に銀色のかぶせ物をしたんですが、</a:t>
            </a:r>
            <a:br/>
            <a:r>
              <a:t>このまま永久歯がちゃんと生えてくるか心配です。</a:t>
            </a:r>
            <a:br/>
            <a:r>
              <a:t>金属を口の中に入れて、体に悪くないですか？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銀歯が永久歯を妨げるという根拠はありません</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結論からお伝えすると、きちんと装着された銀歯が永久歯の生え変わりに悪影響を与えるという科学的な根拠は、これまでの研究で報告されていません。</a:t>
            </a:r>
          </a:p>
          <a:p>
            <a:pPr>
              <a:spcAft>
                <a:spcPts val="800"/>
              </a:spcAft>
              <a:defRPr sz="1400">
                <a:solidFill>
                  <a:srgbClr val="333333"/>
                </a:solidFill>
                <a:latin typeface="Meiryo"/>
              </a:defRPr>
            </a:pPr>
            <a:r>
              <a:t>• 乳歯の銀歯は、50年以上にわたって世界中で使われてきた実績のある治療法です。</a:t>
            </a:r>
          </a:p>
          <a:p>
            <a:pPr>
              <a:spcAft>
                <a:spcPts val="800"/>
              </a:spcAft>
              <a:defRPr sz="1400">
                <a:solidFill>
                  <a:srgbClr val="333333"/>
                </a:solidFill>
                <a:latin typeface="Meiryo"/>
              </a:defRPr>
            </a:pPr>
            <a:r>
              <a:t>• むしろ、銀歯で乳歯をしっかり守ることには、永久歯にとっても大切な意味があるんです。</a:t>
            </a:r>
          </a:p>
          <a:p>
            <a:pPr>
              <a:spcAft>
                <a:spcPts val="800"/>
              </a:spcAft>
              <a:defRPr sz="1400">
                <a:solidFill>
                  <a:srgbClr val="333333"/>
                </a:solidFill>
                <a:latin typeface="Meiryo"/>
              </a:defRPr>
            </a:pPr>
            <a:r>
              <a:t>• 安心していただいて大丈夫ですよ。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「50年以上の実績」のテキストと信頼感のあるアイコン / 乳歯が永久歯のスペースを確保しているイラスト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セクション2：なぜ銀歯が必要なの？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乳歯を守ることが永久歯を守ること</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お子さんの乳歯は、大人の歯よりもエナメル質が薄いため、むし歯が大きくなると歯がもろくなりやすいんです。</a:t>
            </a:r>
          </a:p>
          <a:p>
            <a:pPr>
              <a:spcAft>
                <a:spcPts val="800"/>
              </a:spcAft>
              <a:defRPr sz="1400">
                <a:solidFill>
                  <a:srgbClr val="333333"/>
                </a:solidFill>
                <a:latin typeface="Meiryo"/>
              </a:defRPr>
            </a:pPr>
            <a:r>
              <a:t>• 銀歯は、歯全体をすっぽり覆うことで、残った歯をしっかり保護します。</a:t>
            </a:r>
          </a:p>
          <a:p>
            <a:pPr>
              <a:spcAft>
                <a:spcPts val="800"/>
              </a:spcAft>
              <a:defRPr sz="1400">
                <a:solidFill>
                  <a:srgbClr val="333333"/>
                </a:solidFill>
                <a:latin typeface="Meiryo"/>
              </a:defRPr>
            </a:pPr>
            <a:r>
              <a:t>• そして、ここが大切なポイントなのですが、乳歯には永久歯が生えてくるための『スペースを確保する役割』があります。</a:t>
            </a:r>
          </a:p>
          <a:p>
            <a:pPr>
              <a:spcAft>
                <a:spcPts val="800"/>
              </a:spcAft>
              <a:defRPr sz="1400">
                <a:solidFill>
                  <a:srgbClr val="333333"/>
                </a:solidFill>
                <a:latin typeface="Meiryo"/>
              </a:defRPr>
            </a:pPr>
            <a:r>
              <a:t>• もしむし歯が進んで乳歯を早い時期に失ってしまうと、隣の歯が倒れこんできて、永久歯が生えるスペースが狭くなることがあります。結果として、歯並びが悪くなるリスクが高…</a:t>
            </a:r>
          </a:p>
          <a:p>
            <a:pPr>
              <a:spcAft>
                <a:spcPts val="800"/>
              </a:spcAft>
              <a:defRPr sz="1400">
                <a:solidFill>
                  <a:srgbClr val="333333"/>
                </a:solidFill>
                <a:latin typeface="Meiryo"/>
              </a:defRPr>
            </a:pPr>
            <a:r>
              <a:t>• つまり、銀歯で乳歯を長持ちさせることは、永久歯のための『席の確保』にもなっているんですね。</a:t>
            </a:r>
          </a:p>
          <a:p>
            <a:pPr>
              <a:spcAft>
                <a:spcPts val="800"/>
              </a:spcAft>
              <a:defRPr sz="1400">
                <a:solidFill>
                  <a:srgbClr val="333333"/>
                </a:solidFill>
                <a:latin typeface="Meiryo"/>
              </a:defRPr>
            </a:pPr>
            <a:r>
              <a:t>• 研究でも、銀歯は他の詰め物と比べて長い期間しっかり持つことが確認されています。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乳歯がスペースを守る → 永久歯が正しい位置に生えるイラスト / 乳歯を早く失った場合のスペース減少のイメージ図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セクション3：体への影響と新しい治療法</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金属の溶け出しは体に影響しないレベル</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金属が体に悪くないかというご質問ですが、銀歯から微量の金属が溶け出すことは研究で確認されています。ただし、その量は体に影響を与えるレベルよりもはるかに少なく、日…</a:t>
            </a:r>
          </a:p>
          <a:p>
            <a:pPr>
              <a:spcAft>
                <a:spcPts val="800"/>
              </a:spcAft>
              <a:defRPr sz="1400">
                <a:solidFill>
                  <a:srgbClr val="333333"/>
                </a:solidFill>
                <a:latin typeface="Meiryo"/>
              </a:defRPr>
            </a:pPr>
            <a:r>
              <a:t>• ただし、お子さんにニッケルアレルギーがある場合は、治療前に必ず歯科医師にお伝えください。</a:t>
            </a:r>
          </a:p>
          <a:p>
            <a:pPr>
              <a:spcAft>
                <a:spcPts val="800"/>
              </a:spcAft>
              <a:defRPr sz="1400">
                <a:solidFill>
                  <a:srgbClr val="333333"/>
                </a:solidFill>
                <a:latin typeface="Meiryo"/>
              </a:defRPr>
            </a:pPr>
            <a:r>
              <a:t>• また最近では、歯を削らずにかぶせる方法や、白い素材のかぶせ物も選べるようになっています。</a:t>
            </a:r>
          </a:p>
          <a:p>
            <a:pPr>
              <a:spcAft>
                <a:spcPts val="800"/>
              </a:spcAft>
              <a:defRPr sz="1400">
                <a:solidFill>
                  <a:srgbClr val="333333"/>
                </a:solidFill>
                <a:latin typeface="Meiryo"/>
              </a:defRPr>
            </a:pPr>
            <a:r>
              <a:t>• 歯を削らない方法はお子さんの負担が少なく、白いかぶせ物は見た目が自然だと好評です。どちらが合っているかは歯科医師と相談して決めるのがおすすめです。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「金属イオン：日常の食事量 vs 銀歯からの量」の比較イメージ / 従来法とホールテクニック、ジルコニアクラウンの比較表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銀歯と歯ぐきの「境目」を丁寧にみがこう</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銀歯を入れたあとも、毎日のケアがとても大切です。</a:t>
            </a:r>
          </a:p>
          <a:p>
            <a:pPr>
              <a:spcAft>
                <a:spcPts val="800"/>
              </a:spcAft>
              <a:defRPr sz="1400">
                <a:solidFill>
                  <a:srgbClr val="333333"/>
                </a:solidFill>
                <a:latin typeface="Meiryo"/>
              </a:defRPr>
            </a:pPr>
            <a:r>
              <a:t>• 特に、銀歯と歯ぐきの境目は汚れがたまりやすい場所です。仕上げみがきのとき、この境目にやさしく歯ブラシを当ててあげてください。</a:t>
            </a:r>
          </a:p>
          <a:p>
            <a:pPr>
              <a:spcAft>
                <a:spcPts val="800"/>
              </a:spcAft>
              <a:defRPr sz="1400">
                <a:solidFill>
                  <a:srgbClr val="333333"/>
                </a:solidFill>
                <a:latin typeface="Meiryo"/>
              </a:defRPr>
            </a:pPr>
            <a:r>
              <a:t>• 歯と歯の間はデンタルフロスでお掃除するのも効果的です。</a:t>
            </a:r>
          </a:p>
          <a:p>
            <a:pPr>
              <a:spcAft>
                <a:spcPts val="800"/>
              </a:spcAft>
              <a:defRPr sz="1400">
                <a:solidFill>
                  <a:srgbClr val="333333"/>
                </a:solidFill>
                <a:latin typeface="Meiryo"/>
              </a:defRPr>
            </a:pPr>
            <a:r>
              <a:t>• 定期的に歯科医院で銀歯のフィットや噛み合わせをチェックしてもらうことも大切ですよ。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銀歯と歯ぐきの境目のブラッシングのイラスト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乳歯の銀歯は永久歯を守る味方</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乳歯の銀歯は、お子さんの歯を守り、これから生えてくる永久歯のために道を整えてくれる大切な治療です。</a:t>
            </a:r>
            <a:br/>
            <a:r>
              <a:t>気になることがあれば、いつでもお気軽にご相談くださいね。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乳歯の銀歯は永久歯に悪影響を与えず、むしろ永久歯のためのスペースを守る大切な治療。</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