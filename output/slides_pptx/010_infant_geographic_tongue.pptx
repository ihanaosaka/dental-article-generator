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#010</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赤ちゃんの舌に「地図みたいな模様」、これって大丈夫？</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0〜2歳のお子さんを持つ保護者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舌に地図みたいな模様？</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赤ちゃんの舌をふと見たら、</a:t>
            </a:r>
            <a:br/>
            <a:r>
              <a:t>赤い斑点と白い縁取りの</a:t>
            </a:r>
            <a:br/>
            <a:r>
              <a:t>不思議な模様がありました。</a:t>
            </a:r>
            <a:br/>
            <a:r>
              <a:t>何かの病気でしょうか？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「地図状舌」は心配いりません</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結論からお伝えすると、これは『地図状舌』と呼ばれるもので、基本的に治療の必要はありません。</a:t>
            </a:r>
          </a:p>
          <a:p>
            <a:pPr>
              <a:spcAft>
                <a:spcPts val="800"/>
              </a:spcAft>
              <a:defRPr sz="1400">
                <a:solidFill>
                  <a:srgbClr val="333333"/>
                </a:solidFill>
                <a:latin typeface="Meiryo"/>
              </a:defRPr>
            </a:pPr>
            <a:r>
              <a:t>• 名前のとおり、舌の表面にまるで地図のような模様が現れるのですが、これは良性の変化で、病気ではありません。</a:t>
            </a:r>
          </a:p>
          <a:p>
            <a:pPr>
              <a:spcAft>
                <a:spcPts val="800"/>
              </a:spcAft>
              <a:defRPr sz="1400">
                <a:solidFill>
                  <a:srgbClr val="333333"/>
                </a:solidFill>
                <a:latin typeface="Meiryo"/>
              </a:defRPr>
            </a:pPr>
            <a:r>
              <a:t>• 100人のお子さんのうち1〜5人くらいにみられるもので、決して珍しくないんですよ。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地図状舌のイメージイラスト（やわらかいタッチ） / 「良性・治療不要」のテキストアニメーション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セクション2：どうしてこうなるの？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舌の表面の小さな突起が一時的になくなるだけ</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私たちの舌の表面には、小さな突起がびっしりと並んでいます。舌がザラザラしているのは、この突起があるからなんですね。</a:t>
            </a:r>
          </a:p>
          <a:p>
            <a:pPr>
              <a:spcAft>
                <a:spcPts val="800"/>
              </a:spcAft>
              <a:defRPr sz="1400">
                <a:solidFill>
                  <a:srgbClr val="333333"/>
                </a:solidFill>
                <a:latin typeface="Meiryo"/>
              </a:defRPr>
            </a:pPr>
            <a:r>
              <a:t>• 地図状舌では、この突起が一部の場所で一時的になくなります。突起がなくなった部分は赤くなめらかに見えて、そのまわりに白い縁取りができます。これが地図のような模様の…</a:t>
            </a:r>
          </a:p>
          <a:p>
            <a:pPr>
              <a:spcAft>
                <a:spcPts val="800"/>
              </a:spcAft>
              <a:defRPr sz="1400">
                <a:solidFill>
                  <a:srgbClr val="333333"/>
                </a:solidFill>
                <a:latin typeface="Meiryo"/>
              </a:defRPr>
            </a:pPr>
            <a:r>
              <a:t>• 面白いのは、この模様が日によって形や場所が変わるということ。昨日は右側にあったのに今日は左側、数日後には消えている、なんてこともよくあります。</a:t>
            </a:r>
          </a:p>
          <a:p>
            <a:pPr>
              <a:spcAft>
                <a:spcPts val="800"/>
              </a:spcAft>
              <a:defRPr sz="1400">
                <a:solidFill>
                  <a:srgbClr val="333333"/>
                </a:solidFill>
                <a:latin typeface="Meiryo"/>
              </a:defRPr>
            </a:pPr>
            <a:r>
              <a:t>• 研究でも、多くの場合は痛みもなく、味覚や食事に影響することも通常はないとされています。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舌の突起が部分的になくなる様子のシンプルなアニメーション / 模様が移動する様子を3コマで表現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特別なケアは不要、普段どおりでOK</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地図状舌だからといって、特別なケアは必要ありません。普段どおり、ガーゼや柔らかい歯ブラシでお口の中を清潔に保つだけで十分です。</a:t>
            </a:r>
          </a:p>
          <a:p>
            <a:pPr>
              <a:spcAft>
                <a:spcPts val="800"/>
              </a:spcAft>
              <a:defRPr sz="1400">
                <a:solidFill>
                  <a:srgbClr val="333333"/>
                </a:solidFill>
                <a:latin typeface="Meiryo"/>
              </a:defRPr>
            </a:pPr>
            <a:r>
              <a:t>• ただ、1つだけ気をつけたいのは、酸っぱいものや塩分の強いものです。赤い部分がしみることがあるので、お子さんが嫌がる場合は一時的にその食べ物を控えてあげてください…</a:t>
            </a:r>
          </a:p>
          <a:p>
            <a:pPr>
              <a:spcAft>
                <a:spcPts val="800"/>
              </a:spcAft>
              <a:defRPr sz="1400">
                <a:solidFill>
                  <a:srgbClr val="333333"/>
                </a:solidFill>
                <a:latin typeface="Meiryo"/>
              </a:defRPr>
            </a:pPr>
            <a:r>
              <a:t>• また、スマートフォンで舌の写真を時々撮っておくと、模様がどう変わっているかがわかりやすくなります。もし受診するときにも役立ちますよ。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「特別なケア不要」のアイコン / スマートフォンで舌を撮影するイラスト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こんなときは受診しましょう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基本的には見守りで大丈夫ですが、次のような場合は歯科や小児科に相談してください。</a:t>
            </a:r>
          </a:p>
          <a:p>
            <a:pPr>
              <a:spcAft>
                <a:spcPts val="800"/>
              </a:spcAft>
              <a:defRPr sz="1400">
                <a:solidFill>
                  <a:srgbClr val="333333"/>
                </a:solidFill>
                <a:latin typeface="Meiryo"/>
              </a:defRPr>
            </a:pPr>
            <a:r>
              <a:t>• 舌の痛みで食事を嫌がる場合、模様が2週間以上まったく変化しない場合、そして、舌以外にも気になる皮膚の症状がある場合です。</a:t>
            </a:r>
          </a:p>
          <a:p>
            <a:pPr>
              <a:spcAft>
                <a:spcPts val="800"/>
              </a:spcAft>
              <a:defRPr sz="1400">
                <a:solidFill>
                  <a:srgbClr val="333333"/>
                </a:solidFill>
                <a:latin typeface="Meiryo"/>
              </a:defRPr>
            </a:pPr>
            <a:r>
              <a:t>• 地図状舌は成長とともに目立たなくなることも多いですよ。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受診の目安を3項目のチェックリストで表示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見た目は気になるけど大丈夫</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地図状舌は、見た目にはびっくりしますが、心配のいらない変化です。</a:t>
            </a:r>
            <a:br/>
            <a:r>
              <a:t>気になることがあれば、いつでもお気軽にご相談くださいね。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地図状舌は良性の変化で治療不要。見た目は気になるが心配いらない。</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