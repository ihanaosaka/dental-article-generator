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#023</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スポーツをするなら、マウスガードって必要？</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中高生のお子さんを持つ保護者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スポーツとマウスガード</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中学生の子どもがサッカーの部活をしているんですが、</a:t>
            </a:r>
            <a:br/>
            <a:r>
              <a:t>マウスガードって必要なんでしょうか？</a:t>
            </a:r>
            <a:br/>
            <a:r>
              <a:t>格闘技じゃないので、いらないかなと思っているんですが……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格闘技だけじゃない。多くのスポーツで歯のケガは起きる</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結論からお伝えすると、マウスガードは格闘技だけのものではありません。</a:t>
            </a:r>
          </a:p>
          <a:p>
            <a:pPr>
              <a:spcAft>
                <a:spcPts val="800"/>
              </a:spcAft>
              <a:defRPr sz="1400">
                <a:solidFill>
                  <a:srgbClr val="333333"/>
                </a:solidFill>
                <a:latin typeface="Meiryo"/>
              </a:defRPr>
            </a:pPr>
            <a:r>
              <a:t>• 実は、スポーツ中の顔まわりのケガでいちばん多いのは歯や口のまわりのケガなんです。これは信頼性の高い研究で明らかになっています。</a:t>
            </a:r>
          </a:p>
          <a:p>
            <a:pPr>
              <a:spcAft>
                <a:spcPts val="800"/>
              </a:spcAft>
              <a:defRPr sz="1400">
                <a:solidFill>
                  <a:srgbClr val="333333"/>
                </a:solidFill>
                <a:latin typeface="Meiryo"/>
              </a:defRPr>
            </a:pPr>
            <a:r>
              <a:t>• サッカーでも、相手のヒジが当たったり、ボールが顔面に飛んできたりすることがありますよね。永久歯は一度失うと二度と生えてきませんから、接触があるスポーツをしている…</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さまざまなスポーツ（サッカー、野球、バスケ）のシルエットイラスト / 「歯のケガが最も多い」のテキストを強調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セクション2：マウスガードの効果とパフォーマンスへの影響</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きちんと作れば運動の邪魔にならない</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"マウスガードをつけたら息がしにくいのでは？""動きが鈍くならない？"こう心配される方は多いと思います。</a:t>
            </a:r>
          </a:p>
          <a:p>
            <a:pPr>
              <a:spcAft>
                <a:spcPts val="800"/>
              </a:spcAft>
              <a:defRPr sz="1400">
                <a:solidFill>
                  <a:srgbClr val="333333"/>
                </a:solidFill>
                <a:latin typeface="Meiryo"/>
              </a:defRPr>
            </a:pPr>
            <a:r>
              <a:t>• ユースハンドボール選手を対象にした研究では、歯医者さんで作ったカスタムメイドのマウスガードは、呼吸にも運動能力にも悪影響を与えなかったということが確認されていま…</a:t>
            </a:r>
          </a:p>
          <a:p>
            <a:pPr>
              <a:spcAft>
                <a:spcPts val="800"/>
              </a:spcAft>
              <a:defRPr sz="1400">
                <a:solidFill>
                  <a:srgbClr val="333333"/>
                </a:solidFill>
                <a:latin typeface="Meiryo"/>
              </a:defRPr>
            </a:pPr>
            <a:r>
              <a:t>• つまり、口にきちんと合ったものを使えば、プレーへの支障はほとんどないんですね。</a:t>
            </a:r>
          </a:p>
          <a:p>
            <a:pPr>
              <a:spcAft>
                <a:spcPts val="800"/>
              </a:spcAft>
              <a:defRPr sz="1400">
                <a:solidFill>
                  <a:srgbClr val="333333"/>
                </a:solidFill>
                <a:latin typeface="Meiryo"/>
              </a:defRPr>
            </a:pPr>
            <a:r>
              <a:t>• 息苦しさや違和感を感じるのは、市販品でサイズが合っていない場合に起こりやすい問題です。</a:t>
            </a:r>
          </a:p>
          <a:p>
            <a:pPr>
              <a:spcAft>
                <a:spcPts val="800"/>
              </a:spcAft>
              <a:defRPr sz="1400">
                <a:solidFill>
                  <a:srgbClr val="333333"/>
                </a:solidFill>
                <a:latin typeface="Meiryo"/>
              </a:defRPr>
            </a:pPr>
            <a:r>
              <a:t>• ただし、正直にお伝えすると、マウスガードが歯のケガをどの程度減らせるかを直接調べた大規模研究はまだ十分ではありません。それでも、歯科の学会やアメリカ歯科医師会も…</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カスタムメイドと市販品の比較イラスト / 「呼吸・パフォーマンスに影響なし」のテロップ</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おすすめは歯科医院で作るカスタムメイド</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マウスガードには大きく3つのタイプがあります。</a:t>
            </a:r>
          </a:p>
          <a:p>
            <a:pPr>
              <a:spcAft>
                <a:spcPts val="800"/>
              </a:spcAft>
              <a:defRPr sz="1400">
                <a:solidFill>
                  <a:srgbClr val="333333"/>
                </a:solidFill>
                <a:latin typeface="Meiryo"/>
              </a:defRPr>
            </a:pPr>
            <a:r>
              <a:t>• 1つ目は、スポーツ用品店で買える既製品。手軽ですが、口に合いにくく、外れやすいことがあります。</a:t>
            </a:r>
          </a:p>
          <a:p>
            <a:pPr>
              <a:spcAft>
                <a:spcPts val="800"/>
              </a:spcAft>
              <a:defRPr sz="1400">
                <a:solidFill>
                  <a:srgbClr val="333333"/>
                </a:solidFill>
                <a:latin typeface="Meiryo"/>
              </a:defRPr>
            </a:pPr>
            <a:r>
              <a:t>• 2つ目は、お湯で温めて歯の形に合わせるタイプ。既製品よりはフィットしますが、調整には限界があります。</a:t>
            </a:r>
          </a:p>
          <a:p>
            <a:pPr>
              <a:spcAft>
                <a:spcPts val="800"/>
              </a:spcAft>
              <a:defRPr sz="1400">
                <a:solidFill>
                  <a:srgbClr val="333333"/>
                </a:solidFill>
                <a:latin typeface="Meiryo"/>
              </a:defRPr>
            </a:pPr>
            <a:r>
              <a:t>• 3つ目は、歯医者さんで歯型を取って作るカスタムメイド。フィット感、保護性能、快適さ、すべてにおいていちばん優れています。</a:t>
            </a:r>
          </a:p>
          <a:p>
            <a:pPr>
              <a:spcAft>
                <a:spcPts val="800"/>
              </a:spcAft>
              <a:defRPr sz="1400">
                <a:solidFill>
                  <a:srgbClr val="333333"/>
                </a:solidFill>
                <a:latin typeface="Meiryo"/>
              </a:defRPr>
            </a:pPr>
            <a:r>
              <a:t>• お子さんが継続的にスポーツをしているなら、カスタムメイドがおすすめです。口に合ったものなら嫌がりにくく、しっかり使い続けてもらえますよ。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3つのタイプを比較する表（簡易版） / カスタムメイドに「おすすめ」マーク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成長期は半年〜1年ごとに見直しを</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成長期のお子さんは、あごや歯並びがどんどん変わっていきます。</a:t>
            </a:r>
          </a:p>
          <a:p>
            <a:pPr>
              <a:spcAft>
                <a:spcPts val="800"/>
              </a:spcAft>
              <a:defRPr sz="1400">
                <a:solidFill>
                  <a:srgbClr val="333333"/>
                </a:solidFill>
                <a:latin typeface="Meiryo"/>
              </a:defRPr>
            </a:pPr>
            <a:r>
              <a:t>• せっかく作ったマウスガードも、半年から1年たつと合わなくなることがあるので、定期検診のときにフィット感もチェックしてもらいましょう。</a:t>
            </a:r>
          </a:p>
          <a:p>
            <a:pPr>
              <a:spcAft>
                <a:spcPts val="800"/>
              </a:spcAft>
              <a:defRPr sz="1400">
                <a:solidFill>
                  <a:srgbClr val="333333"/>
                </a:solidFill>
                <a:latin typeface="Meiryo"/>
              </a:defRPr>
            </a:pPr>
            <a:r>
              <a:t>• お子さんが嫌がる場合は、"歯医者さんで作れば全然違うよ"と提案してみてくださいね。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成長のイメージイラスト（身長が伸びる＋マウスガードの見直し）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永久歯は一度きり。マウスガードで守ろう</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永久歯は、一度失ったら二度と生えてきません。お子さんのスポーツと歯の健康を両立させるために、マウスガード、ぜひ前向きに検討してみてくださいね。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スポーツ中の歯のケガは多い。カスタムメイドのマウスガードで、パフォーマンスを損なわず歯を守ろう。</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