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6A69A"/>
                </a:solidFill>
                <a:latin typeface="Meiryo"/>
              </a:defRPr>
            </a:pPr>
            <a:r>
              <a:t>#020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eiryo"/>
              </a:defRPr>
            </a:pPr>
            <a:r>
              <a:t>部活の後のスポーツドリンク、歯に悪いって本当？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D0D8"/>
                </a:solidFill>
                <a:latin typeface="Meiryo"/>
              </a:defRPr>
            </a:pPr>
            <a:r>
              <a:t>対象: 中高生のお子さんを持つ保護者  |  約2分50秒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828800" cy="36576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オープニング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5E7B"/>
                </a:solidFill>
                <a:latin typeface="Meiryo"/>
              </a:defRPr>
            </a:pPr>
            <a:r>
              <a:t>スポーツドリンクと歯の関係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3152" cy="22860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視聴者からの質問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eiryo"/>
              </a:defRPr>
            </a:pPr>
            <a:r>
              <a:t>子どもが部活の後に毎日スポーツドリンクを飲んでいるんですが、</a:t>
            </a:r>
            <a:br/>
            <a:r>
              <a:t>歯に悪いって聞きました。</a:t>
            </a:r>
            <a:br/>
            <a:r>
              <a:t>熱中症も心配だし、飲ませない方がいいんでしょうか……？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セクション1：結論から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飲んじゃダメじゃない。飲み方を工夫しよう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結論からお伝えすると、スポーツドリンクは飲んではいけないものではありません。必要な場面ではしっかり飲んで大丈夫です。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ただし、歯への影響はゼロではないんです。スポーツドリンクには"糖分"と"酸"の両方が含まれていて、この2つが歯にダメージを与えることがあります。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大切なのは、"飲まないこと"ではなく、"飲み方を少し工夫すること"です。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「糖分」と「酸」の2つのアイコンを並べて表示 / 「飲まない」に×、「飲み方を工夫」に○のアイコン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セクション2：なぜ歯に影響があるの？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酸が歯の表面を溶かす＋糖分がむし歯のもとに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スポーツドリンクが歯に影響する理由は、大きく2つあります。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ひとつ目は"酸"です。スポーツドリンクはかなり酸性が強い飲み物で、歯の表面の硬い部分を少しずつ溶かしてしまうことがあります。これを"酸蝕"といいます。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ふたつ目は"糖分"です。スポーツドリンクには砂糖がかなり含まれていて、むし歯の原因になることがあります。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つまり、"酸で歯が溶ける"リスクと"糖分でむし歯になる"リスクのダブルのリスクがあるんですね。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もうひとつ大事なことがあります。酸性の飲み物を飲んだ直後は、歯の表面が一時的にやわらかくなっています。この状態ですぐに歯を磨くと、かえって歯の表面を傷つけてしま…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歯の断面イラスト：酸が表面を溶かすイメージ / 「飲んだ直後の歯磨き → 30分待ってから」のビフォーアフター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セクション3：実践アドバイス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歯を守る5つの飲み方ルール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では、歯を守りながら飲むにはどうすればいいか。5つのポイントをお伝えします。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1つ目、水やお茶で十分な場面ではスポーツドリンクを選ばない。普段の練習なら水で十分です。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2つ目、ダラダラ飲みをしない。少しずつ何度も飲むと、口の中がずっと酸性のままになります。飲むときはまとめて飲みましょう。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3つ目、飲んだ後すぐに歯を磨かない。30分ほど待ってから磨くのがおすすめです。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4つ目、ストローを使う。歯に直接触れる量を減らせます。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5つ目、飲んだ後に水で口をすすぐ。これだけでも酸や糖分をかなり薄められます。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チェックリスト風のアニメーション（1つずつ表示） / 各ポイントにシンプルなアイコンを添える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セクション4：おうちでできること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5E7B"/>
                </a:solidFill>
                <a:latin typeface="Meiryo"/>
              </a:defRPr>
            </a:pPr>
            <a:r>
              <a:t>「仕上げの水」を習慣にしよう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おうちでぜひやっていただきたいのは、お子さんと一緒にこの飲み方のルールを確認することです。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"/>
              </a:defRPr>
            </a:pPr>
            <a:r>
              <a:t>• 特に覚えやすいのは、"スポーツドリンクを飲んだら、最後に水をひとくち"。この"仕上げの水"を習慣にするだけで、歯への負担はかなり軽くなりますよ。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Meiryo"/>
              </a:defRPr>
            </a:pPr>
            <a:r>
              <a:t>演出: スポーツドリンクのボトルの横に水のボトルを並べたイラスト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eiryo"/>
              </a:defRPr>
            </a:pPr>
            <a:r>
              <a:t>飲み方の工夫で歯を守ろう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E8ED"/>
                </a:solidFill>
                <a:latin typeface="Meiryo"/>
              </a:defRPr>
            </a:pPr>
            <a:r>
              <a:t>スポーツドリンクは、飲み方しだいで歯への影響をぐっと減らせます。"飲まない"のではなく、"上手に飲む"。</a:t>
            </a:r>
            <a:br/>
            <a:r>
              <a:t>お子さんの歯を守るために、ぜひ今日から取り入れてみてくださいね。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クリニック情報・ご予約はこちら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182880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6A69A"/>
                </a:solidFill>
                <a:latin typeface="Meiryo"/>
              </a:defRPr>
            </a:pPr>
            <a:r>
              <a:t>キーメッセージ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74980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5E7B"/>
                </a:solidFill>
                <a:latin typeface="Meiryo"/>
              </a:defRPr>
            </a:pPr>
            <a:r>
              <a:t>スポーツドリンクは飲み方の工夫で歯を守れる。"仕上げの水"を習慣に。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eiryo"/>
              </a:defRPr>
            </a:pPr>
            <a:r>
              <a:t>お問い合わせ: クリニック情報・ご予約方法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