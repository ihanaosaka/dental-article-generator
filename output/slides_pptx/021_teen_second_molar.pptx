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#021</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12歳臼歯がなかなか生えてこない……大丈夫？</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中高生のお子さんを持つ保護者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12歳臼歯が生えてこない？</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中学1年生の子どもなんですが、</a:t>
            </a:r>
            <a:br/>
            <a:r>
              <a:t>奥歯がまだ1本生えてきていません。</a:t>
            </a:r>
            <a:br/>
            <a:r>
              <a:t>お友だちはもう生え揃っているみたいで、</a:t>
            </a:r>
            <a:br/>
            <a:r>
              <a:t>何か問題があるんじゃないかと心配です……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個人差がとても大きい歯。14歳ごろまでは様子見でOK</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結論からお伝えすると、12歳臼歯は、名前のとおり12歳ぴったりに生える歯ではありません。個人差がとても大きく、下の歯で11〜13歳ごろ、上の歯では12〜14歳ご…</a:t>
            </a:r>
          </a:p>
          <a:p>
            <a:pPr>
              <a:spcAft>
                <a:spcPts val="800"/>
              </a:spcAft>
              <a:defRPr sz="1400">
                <a:solidFill>
                  <a:srgbClr val="333333"/>
                </a:solidFill>
                <a:latin typeface="Meiryo"/>
              </a:defRPr>
            </a:pPr>
            <a:r>
              <a:t>• 女の子のほうが男の子より少し早い傾向もあります。</a:t>
            </a:r>
          </a:p>
          <a:p>
            <a:pPr>
              <a:spcAft>
                <a:spcPts val="800"/>
              </a:spcAft>
              <a:defRPr sz="1400">
                <a:solidFill>
                  <a:srgbClr val="333333"/>
                </a:solidFill>
                <a:latin typeface="Meiryo"/>
              </a:defRPr>
            </a:pPr>
            <a:r>
              <a:t>• ですので、12歳で生えていなくてもそれだけで"遅い"とか"異常"とは言えないんです。多くの場合は、もう少し待てば自然に生えてきますよ。</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タイムラインのイラスト（11歳〜14歳の範囲を帯で表示） / 「個人差が大きい」のテキストを強調</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セクション2：どんなときに注意が必要？</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15歳を過ぎても生えない・片側だけ生えない → 相談のサイン</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ほとんどの場合は心配いりませんが、次のようなときは、一度歯医者さんで確認してもらうのがおすすめです。</a:t>
            </a:r>
          </a:p>
          <a:p>
            <a:pPr>
              <a:spcAft>
                <a:spcPts val="800"/>
              </a:spcAft>
              <a:defRPr sz="1400">
                <a:solidFill>
                  <a:srgbClr val="333333"/>
                </a:solidFill>
                <a:latin typeface="Meiryo"/>
              </a:defRPr>
            </a:pPr>
            <a:r>
              <a:t>• ひとつ目は、15歳を過ぎても歯ぐきに歯がまったく見えてこないとき。ふたつ目は、片側だけ生えて、反対側が長い間出てこないとき。</a:t>
            </a:r>
          </a:p>
          <a:p>
            <a:pPr>
              <a:spcAft>
                <a:spcPts val="800"/>
              </a:spcAft>
              <a:defRPr sz="1400">
                <a:solidFill>
                  <a:srgbClr val="333333"/>
                </a:solidFill>
                <a:latin typeface="Meiryo"/>
              </a:defRPr>
            </a:pPr>
            <a:r>
              <a:t>• こうした場合、まれにですが歯が骨の中に埋まったまま出てこられなくなっていたり、生える場所が足りなくなっていたりすることがあります。</a:t>
            </a:r>
          </a:p>
          <a:p>
            <a:pPr>
              <a:spcAft>
                <a:spcPts val="800"/>
              </a:spcAft>
              <a:defRPr sz="1400">
                <a:solidFill>
                  <a:srgbClr val="333333"/>
                </a:solidFill>
                <a:latin typeface="Meiryo"/>
              </a:defRPr>
            </a:pPr>
            <a:r>
              <a:t>• また、ごくまれに歯のもとが生まれつき存在しないケースもあります。これはレントゲンを撮れば確認できます。</a:t>
            </a:r>
          </a:p>
          <a:p>
            <a:pPr>
              <a:spcAft>
                <a:spcPts val="800"/>
              </a:spcAft>
              <a:defRPr sz="1400">
                <a:solidFill>
                  <a:srgbClr val="333333"/>
                </a:solidFill>
                <a:latin typeface="Meiryo"/>
              </a:defRPr>
            </a:pPr>
            <a:r>
              <a:t>• ただし、こうしたケースは少数派です。多くのお子さんは、少し遅れていても自然にちゃんと生えてきますので、むやみに心配しすぎないでくださいね。</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「要注意のサイン」を2つ、チェックリスト風に表示 / レントゲン写真のイメージイラスト</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セクション3：実践アドバイス</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生えかけの奥歯はむし歯になりやすい</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12歳臼歯について、もうひとつ大事なことがあります。この歯は、生え始めの時期がいちばんむし歯になりやすいんです。</a:t>
            </a:r>
          </a:p>
          <a:p>
            <a:pPr>
              <a:spcAft>
                <a:spcPts val="800"/>
              </a:spcAft>
              <a:defRPr sz="1400">
                <a:solidFill>
                  <a:srgbClr val="333333"/>
                </a:solidFill>
                <a:latin typeface="Meiryo"/>
              </a:defRPr>
            </a:pPr>
            <a:r>
              <a:t>• 理由は2つあります。まず、歯ぐきから少しだけ顔を出した状態が続くので、歯と歯ぐきの間に汚れがたまりやすいこと。そして、お口のいちばん奥にあるので、普通の歯ブラシ…</a:t>
            </a:r>
          </a:p>
          <a:p>
            <a:pPr>
              <a:spcAft>
                <a:spcPts val="800"/>
              </a:spcAft>
              <a:defRPr sz="1400">
                <a:solidFill>
                  <a:srgbClr val="333333"/>
                </a:solidFill>
                <a:latin typeface="Meiryo"/>
              </a:defRPr>
            </a:pPr>
            <a:r>
              <a:t>• そこでおすすめなのが、ワンタフトブラシです。毛先が小さな束になったブラシで、奥歯の周りをピンポイントで磨けます。ドラッグストアでも手に入りますので、ぜひ試してみ…</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ワンタフトブラシの写真・使い方イラスト / 奥歯の磨き残しポイントを示す図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半年に1回の定期検診で安心</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おうちでいちばん大切なのは、半年に1回ほどの定期検診を続けることです。</a:t>
            </a:r>
          </a:p>
          <a:p>
            <a:pPr>
              <a:spcAft>
                <a:spcPts val="800"/>
              </a:spcAft>
              <a:defRPr sz="1400">
                <a:solidFill>
                  <a:srgbClr val="333333"/>
                </a:solidFill>
                <a:latin typeface="Meiryo"/>
              </a:defRPr>
            </a:pPr>
            <a:r>
              <a:t>• 検診では、目で見える歯の状態だけでなく、必要に応じてレントゲンでまだ出てきていない歯の位置や向きも確認できます。</a:t>
            </a:r>
          </a:p>
          <a:p>
            <a:pPr>
              <a:spcAft>
                <a:spcPts val="800"/>
              </a:spcAft>
              <a:defRPr sz="1400">
                <a:solidFill>
                  <a:srgbClr val="333333"/>
                </a:solidFill>
                <a:latin typeface="Meiryo"/>
              </a:defRPr>
            </a:pPr>
            <a:r>
              <a:t>• かかりつけの歯医者さんと一緒に経過を見守っていけば安心ですよ。</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カレンダーのイラスト（半年ごとにチェックマーク）</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歯の生え方には個人差あり。定期検診で見守ろう</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12歳臼歯が遅いからといって、すぐに異常というわけではありません。</a:t>
            </a:r>
            <a:br/>
            <a:r>
              <a:t>気になるときは歯医者さんに相談して、お子さんのペースを一緒に見守っていきましょう。</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12歳臼歯は個人差が大きい。14歳ごろまでは正常範囲。定期検診で見守ろう。</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