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#007</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歯ぐずりがひどい…歯が生えるとき熱が出るって本当？</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生後6か月〜2歳頃のお子さんを持つ保護者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歯ぐずり どうすればいい？</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最近、子どもがやたらと不機嫌で、</a:t>
            </a:r>
            <a:br/>
            <a:r>
              <a:t>よだれもすごくて、何でも口に持っていきます。</a:t>
            </a:r>
            <a:br/>
            <a:r>
              <a:t>歯が生えてきているみたいなんですが、</a:t>
            </a:r>
            <a:br/>
            <a:r>
              <a:t>熱も少し出ていて……歯のせいでしょうか？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歯ぐずりは自然な成長の証です</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結論からお伝えすると、歯が生えるときに赤ちゃんがぐずったり、よだれが増えたりするのは、世界中の赤ちゃんに広くみられる、ごく自然な現象です。</a:t>
            </a:r>
          </a:p>
          <a:p>
            <a:pPr>
              <a:spcAft>
                <a:spcPts val="800"/>
              </a:spcAft>
              <a:defRPr sz="1400">
                <a:solidFill>
                  <a:srgbClr val="333333"/>
                </a:solidFill>
                <a:latin typeface="Meiryo"/>
              </a:defRPr>
            </a:pPr>
            <a:r>
              <a:t>• ただし、38度以上の熱が出た場合は、歯のせいではなく、風邪など別の原因の可能性があります。</a:t>
            </a:r>
          </a:p>
          <a:p>
            <a:pPr>
              <a:spcAft>
                <a:spcPts val="800"/>
              </a:spcAft>
              <a:defRPr sz="1400">
                <a:solidFill>
                  <a:srgbClr val="333333"/>
                </a:solidFill>
                <a:latin typeface="Meiryo"/>
              </a:defRPr>
            </a:pPr>
            <a:r>
              <a:t>• 歯ぐずりで軽く体温が上がることはありますが、いわゆる『発熱』とは違いますので、この点だけ覚えておいてくださいね。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「歯ぐずり＝自然な現象」のテキストアニメーション / 体温計のイラスト：37度台→歯ぐずりの範囲、38度以上→受診を検討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セクション2：なぜ歯ぐずりが起こるの？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歯ぐきの中から歯が押し出てくるから</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歯ぐずりは、歯ぐきの中に隠れていた歯が表面に出てこようとするときに起こります。歯ぐきが内側から押されて軽い炎症が起きることがあり、それが赤ちゃんにとっての不快感…</a:t>
            </a:r>
          </a:p>
          <a:p>
            <a:pPr>
              <a:spcAft>
                <a:spcPts val="800"/>
              </a:spcAft>
              <a:defRPr sz="1400">
                <a:solidFill>
                  <a:srgbClr val="333333"/>
                </a:solidFill>
                <a:latin typeface="Meiryo"/>
              </a:defRPr>
            </a:pPr>
            <a:r>
              <a:t>• 多くの赤ちゃんでは、生後6か月ごろから下の前歯が最初に生え始めて、2歳半から3歳ごろまでに合計20本の乳歯が生えそろいます。</a:t>
            </a:r>
          </a:p>
          <a:p>
            <a:pPr>
              <a:spcAft>
                <a:spcPts val="800"/>
              </a:spcAft>
              <a:defRPr sz="1400">
                <a:solidFill>
                  <a:srgbClr val="333333"/>
                </a:solidFill>
                <a:latin typeface="Meiryo"/>
              </a:defRPr>
            </a:pPr>
            <a:r>
              <a:t>• よくみられる症状としては、歯ぐきの腫れ、よだれの増加、不機嫌やぐずり、何でも噛みたがる、といったものがあります。</a:t>
            </a:r>
          </a:p>
          <a:p>
            <a:pPr>
              <a:spcAft>
                <a:spcPts val="800"/>
              </a:spcAft>
              <a:defRPr sz="1400">
                <a:solidFill>
                  <a:srgbClr val="333333"/>
                </a:solidFill>
                <a:latin typeface="Meiryo"/>
              </a:defRPr>
            </a:pPr>
            <a:r>
              <a:t>• これらは世界規模の研究でも確認されていて、うちの子だけということではありませんので安心してくださいね。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歯が歯ぐきから出てくるイメージイラスト / 症状リストをアイコン付きで1つずつ表示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セクション3：おうちでできるケア</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冷やした歯固めと濡れガーゼが味方</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おうちでできるケアを3つご紹介します。</a:t>
            </a:r>
          </a:p>
          <a:p>
            <a:pPr>
              <a:spcAft>
                <a:spcPts val="800"/>
              </a:spcAft>
              <a:defRPr sz="1400">
                <a:solidFill>
                  <a:srgbClr val="333333"/>
                </a:solidFill>
                <a:latin typeface="Meiryo"/>
              </a:defRPr>
            </a:pPr>
            <a:r>
              <a:t>• 1つ目は、冷蔵庫で冷やした歯固めです。冷たさが歯ぐきの不快感をやわらげてくれます。ただし、冷凍庫で凍らせると硬くなりすぎてしまうので、冷蔵庫で冷やす程度にしてく…</a:t>
            </a:r>
          </a:p>
          <a:p>
            <a:pPr>
              <a:spcAft>
                <a:spcPts val="800"/>
              </a:spcAft>
              <a:defRPr sz="1400">
                <a:solidFill>
                  <a:srgbClr val="333333"/>
                </a:solidFill>
                <a:latin typeface="Meiryo"/>
              </a:defRPr>
            </a:pPr>
            <a:r>
              <a:t>• 2つ目は、清潔な濡れガーゼでの歯ぐきマッサージです。指にガーゼを巻いて、やさしくそっと歯ぐきを撫でてあげてください。</a:t>
            </a:r>
          </a:p>
          <a:p>
            <a:pPr>
              <a:spcAft>
                <a:spcPts val="800"/>
              </a:spcAft>
              <a:defRPr sz="1400">
                <a:solidFill>
                  <a:srgbClr val="333333"/>
                </a:solidFill>
                <a:latin typeface="Meiryo"/>
              </a:defRPr>
            </a:pPr>
            <a:r>
              <a:t>• 3つ目は、よだれのこまめなケアです。よだれが肌についたままだとかぶれの原因になりますので、こすらずにやさしく押さえるように拭いてあげましょう。</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3つのケア方法をステップ形式でアニメーション表示 / 「冷蔵庫○ 冷凍庫×」のアイコン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38度以上の熱は歯のせいと決めつけないで</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気をつけていただきたいのは、38度以上の熱がある場合です。</a:t>
            </a:r>
          </a:p>
          <a:p>
            <a:pPr>
              <a:spcAft>
                <a:spcPts val="800"/>
              </a:spcAft>
              <a:defRPr sz="1400">
                <a:solidFill>
                  <a:srgbClr val="333333"/>
                </a:solidFill>
                <a:latin typeface="Meiryo"/>
              </a:defRPr>
            </a:pPr>
            <a:r>
              <a:t>• 歯が生え始める時期は、お母さんからもらった免疫が減り始める時期と重なるため、風邪にもかかりやすくなっています。</a:t>
            </a:r>
          </a:p>
          <a:p>
            <a:pPr>
              <a:spcAft>
                <a:spcPts val="800"/>
              </a:spcAft>
              <a:defRPr sz="1400">
                <a:solidFill>
                  <a:srgbClr val="333333"/>
                </a:solidFill>
                <a:latin typeface="Meiryo"/>
              </a:defRPr>
            </a:pPr>
            <a:r>
              <a:t>• 熱が高い、ぐったりしている、食欲がないといった様子があれば、歯のせいと決めつけずに小児科を受診してくださいね。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受診の目安チェックリスト（38度以上、ぐったり、食欲低下など）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歯ぐずりは成長の証</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歯ぐずりは大変な時期ですが、お子さんの成長の証でもあります。やがて落ち着いていきますので、安心して見守ってあげてくださいね。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歯ぐずりは自然な現象。38度以上の発熱は歯のせいと決めつけず小児科へ。</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