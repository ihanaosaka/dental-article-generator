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6A69A"/>
                </a:solidFill>
                <a:latin typeface="Meiryo"/>
              </a:defRPr>
            </a:pPr>
            <a:r>
              <a:t>#016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シーラントって何？ 6歳臼歯をむし歯から守る方法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D0D8"/>
                </a:solidFill>
                <a:latin typeface="Meiryo"/>
              </a:defRPr>
            </a:pPr>
            <a:r>
              <a:t>対象: 小学校低学年のお子さんを持つ保護者  |  約2分50秒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1828800" cy="36576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オープニング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7B"/>
                </a:solidFill>
                <a:latin typeface="Meiryo"/>
              </a:defRPr>
            </a:pPr>
            <a:r>
              <a:t>シーラントって何？ 6歳臼歯の守り方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73152" cy="2286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視聴者からの質問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7498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eiryo"/>
              </a:defRPr>
            </a:pPr>
            <a:r>
              <a:t>子どもの6歳臼歯が生えてきました。</a:t>
            </a:r>
            <a:br/>
            <a:r>
              <a:t>歯医者さんで『シーラント』をすすめられたんですが、</a:t>
            </a:r>
            <a:br/>
            <a:r>
              <a:t>どんな処置なんですか？ 本当に効果があるんでしょうか？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セクション1：結論から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7B"/>
                </a:solidFill>
                <a:latin typeface="Meiryo"/>
              </a:defRPr>
            </a:pPr>
            <a:r>
              <a:t>シーラント → 溝にふたをして むし歯を最大80%予防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結論からお伝えすると、シーラントは6歳臼歯のむし歯予防にとても効果が高い処置です。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シーラントとは、奥歯の溝を専用の材料で薄く埋めて『ふた』をする予防法のこと。歯を削る必要はなく、痛みもほとんどありません。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アメリカ歯科医師会の報告では、シーラントでむし歯を最大80%減らせて、その効果は最大9年間続くとされています。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eiryo"/>
              </a:defRPr>
            </a:pPr>
            <a:r>
              <a:t>演出: 6歳臼歯の溝にシーラントを施すビフォー・アフターのイラスト / 「最大80%予防」「最大9年持続」のテロップを強調表示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セクション2：なぜシーラントが必要なの？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7B"/>
                </a:solidFill>
                <a:latin typeface="Meiryo"/>
              </a:defRPr>
            </a:pPr>
            <a:r>
              <a:t>6歳臼歯の溝は歯ブラシが届かないほど細い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そもそも、なぜ6歳臼歯はむし歯になりやすいのでしょうか。理由は大きく3つあります。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まず、6歳臼歯の噛む面にはとても細くて深い溝がたくさんあります。この溝は歯ブラシの毛先よりも細いので、どんなに丁寧に磨いても汚れが残りやすいんです。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次に、生えたばかりの歯は表面がまだ未完成で、むし歯菌の出す酸に弱い状態が数年続きます。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そして、6歳臼歯は口の一番奥に生えるので、お子さん自身ではうまく磨けない場所にあるんですね。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この3つが重なるからこそ、溝を物理的にふさぐシーラントが有効なんです。世界保健機関もシーラントを小児むし歯対策の柱のひとつに位置づけています。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eiryo"/>
              </a:defRPr>
            </a:pPr>
            <a:r>
              <a:t>演出: 3つの理由を1つずつ表示するアニメーション / 溝の断面図イラスト（歯ブラシの毛先が届かない様子）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セクション3：実践アドバイス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7B"/>
                </a:solidFill>
                <a:latin typeface="Meiryo"/>
              </a:defRPr>
            </a:pPr>
            <a:r>
              <a:t>シーラント＋フッ素で「ダブルの予防」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シーラントの処置はとてもシンプルです。歯をきれいにして、溝に材料を流し込んで、光を当てて固める。1本あたり数分で終わりますし、注射も必要ありません。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ただ、シーラントが守れるのは歯の溝だけです。歯と歯の間や歯ぐきの近くは守れないので、フッ素入り歯みがき粉との『ダブルの予防』が大切です。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シーラントが溝のガードなら、フッ素は歯全体の鎧のようなもの。両方を組み合わせることで、すき間なく歯を守れるイメージです。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また、シーラントは永久的なものではないので、定期検診でチェックしてもらいましょう。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eiryo"/>
              </a:defRPr>
            </a:pPr>
            <a:r>
              <a:t>演出: 処置の流れを4ステップで表示するアニメーション / シーラント（溝）＋フッ素（歯全体）の守備範囲イラスト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セクション4：おうちでできること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7B"/>
                </a:solidFill>
                <a:latin typeface="Meiryo"/>
              </a:defRPr>
            </a:pPr>
            <a:r>
              <a:t>仕上げ磨きは9歳頃まで おやつはメリハリをつけて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おうちでは、仕上げ磨きを9歳頃まで続けてあげてください。6歳臼歯は口の一番奥で、お子さんひとりでは歯ブラシが届きにくいんです。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もうひとつ大切なのが、おやつの食べ方。だらだら食べ続けると口の中がずっと酸性になるので、時間を決めてメリハリをつけましょう。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eiryo"/>
              </a:defRPr>
            </a:pPr>
            <a:r>
              <a:t>演出: 仕上げ磨きのイラスト（保護者が奥歯を磨く姿） / おやつの時間を決めるカレンダー風アイコン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6歳臼歯が生えたら シーラントの相談を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E8ED"/>
                </a:solidFill>
                <a:latin typeface="Meiryo"/>
              </a:defRPr>
            </a:pPr>
            <a:r>
              <a:t>6歳臼歯はお子さんが一生使う大切な歯です。生えてきたら、まずは歯科医院でシーラントについて相談してみてくださいね。早めの予防が、お子さんの歯の未来を守ります。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Meiryo"/>
              </a:defRPr>
            </a:pPr>
            <a:r>
              <a:t>クリニック情報・ご予約はこちら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Meiryo"/>
              </a:defRPr>
            </a:pPr>
            <a:r>
              <a:t>まとめ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8046720" cy="182880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73152" cy="18288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キーメッセージ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7B"/>
                </a:solidFill>
                <a:latin typeface="Meiryo"/>
              </a:defRPr>
            </a:pPr>
            <a:r>
              <a:t>シーラントは6歳臼歯の溝のむし歯を最大80%予防できる、痛みのない処置。フッ素や仕上げ磨きと組み合わせてさらに効果的。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eiryo"/>
              </a:defRPr>
            </a:pPr>
            <a:r>
              <a:t>お問い合わせ: クリニック情報・ご予約方法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