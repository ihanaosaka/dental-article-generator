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#011</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指しゃぶり、このまま続けても大丈夫？</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3〜6歳のお子さんを持つ保護者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指しゃぶり いつまで大丈夫？</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もう4歳なのに、まだ指しゃぶりがやめられません。</a:t>
            </a:r>
            <a:br/>
            <a:r>
              <a:t>歯並びに影響があると聞いて不安です。</a:t>
            </a:r>
            <a:br/>
            <a:r>
              <a:t>無理にやめさせたほうがいいんでしょうか……？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3歳までは自然な行動 → 4歳以降は少し意識を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結論からお伝えすると、3歳頃までの指しゃぶりは、発達の上でごく自然な行動です。過度に心配する必要はありません。</a:t>
            </a:r>
          </a:p>
          <a:p>
            <a:pPr>
              <a:spcAft>
                <a:spcPts val="800"/>
              </a:spcAft>
              <a:defRPr sz="1400">
                <a:solidFill>
                  <a:srgbClr val="333333"/>
                </a:solidFill>
                <a:latin typeface="Meiryo"/>
              </a:defRPr>
            </a:pPr>
            <a:r>
              <a:t>• ただし、4歳を過ぎても日中ひんぱんに続いている場合には、歯並びに影響が出てくる可能性があります。</a:t>
            </a:r>
          </a:p>
          <a:p>
            <a:pPr>
              <a:spcAft>
                <a:spcPts val="800"/>
              </a:spcAft>
              <a:defRPr sz="1400">
                <a:solidFill>
                  <a:srgbClr val="333333"/>
                </a:solidFill>
                <a:latin typeface="Meiryo"/>
              </a:defRPr>
            </a:pPr>
            <a:r>
              <a:t>• 大切なのは、無理にやめさせるのではなく、お子さんの気持ちに寄り添いながら少しずつ卒業を目指すことです。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年齢別の目安を横並びで表示（0〜3歳：自然な行動 → 3〜4歳：様子を見守る → 4歳〜：対応を検討）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セクション2：なぜ4歳がひとつの目安なの？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長く続くと歯並びに影響することも</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赤ちゃんは、実はお母さんのおなかの中にいるときからすでに指しゃぶりをしていることがわかっています。安心したい気持ちから行う、生まれつきの行動なんですね。</a:t>
            </a:r>
          </a:p>
          <a:p>
            <a:pPr>
              <a:spcAft>
                <a:spcPts val="800"/>
              </a:spcAft>
              <a:defRPr sz="1400">
                <a:solidFill>
                  <a:srgbClr val="333333"/>
                </a:solidFill>
                <a:latin typeface="Meiryo"/>
              </a:defRPr>
            </a:pPr>
            <a:r>
              <a:t>• ただ、世界中の研究データを分析した報告によると、指しゃぶりが長く続くほど、また1日にしている時間が長いほど、歯並びに影響が出やすくなることがわかっています。</a:t>
            </a:r>
          </a:p>
          <a:p>
            <a:pPr>
              <a:spcAft>
                <a:spcPts val="800"/>
              </a:spcAft>
              <a:defRPr sz="1400">
                <a:solidFill>
                  <a:srgbClr val="333333"/>
                </a:solidFill>
                <a:latin typeface="Meiryo"/>
              </a:defRPr>
            </a:pPr>
            <a:r>
              <a:t>• 具体的には、上下の前歯が噛み合わなくなったり、上の前歯が前に出てきたりすることがあります。</a:t>
            </a:r>
          </a:p>
          <a:p>
            <a:pPr>
              <a:spcAft>
                <a:spcPts val="800"/>
              </a:spcAft>
              <a:defRPr sz="1400">
                <a:solidFill>
                  <a:srgbClr val="333333"/>
                </a:solidFill>
                <a:latin typeface="Meiryo"/>
              </a:defRPr>
            </a:pPr>
            <a:r>
              <a:t>• 4歳を過ぎるとあごの骨や永久歯の準備が本格的に進む時期に入るので、ひとつの目安として意識しておくと安心です。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開咬（前歯が噛み合わない状態）のやさしいイラスト / 「期間が長い」「頻度が高い」→「影響が大きくなる」のフロー図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セクション3：おうちでできる卒業のコツ</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叱らない・ほめる・手を使う遊びを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いちばん大切なのは、叱らないこと、そして無理にやめさせないことです。叱ると、かえって指しゃぶりが強まることがあります。</a:t>
            </a:r>
          </a:p>
          <a:p>
            <a:pPr>
              <a:spcAft>
                <a:spcPts val="800"/>
              </a:spcAft>
              <a:defRPr sz="1400">
                <a:solidFill>
                  <a:srgbClr val="333333"/>
                </a:solidFill>
                <a:latin typeface="Meiryo"/>
              </a:defRPr>
            </a:pPr>
            <a:r>
              <a:t>• おすすめの方法を3つご紹介しますね。</a:t>
            </a:r>
          </a:p>
          <a:p>
            <a:pPr>
              <a:spcAft>
                <a:spcPts val="800"/>
              </a:spcAft>
              <a:defRPr sz="1400">
                <a:solidFill>
                  <a:srgbClr val="333333"/>
                </a:solidFill>
                <a:latin typeface="Meiryo"/>
              </a:defRPr>
            </a:pPr>
            <a:r>
              <a:t>• まず、粘土遊びや折り紙など、手を使う遊びを増やしてみてください。夢中になっている間は自然に忘れることが多いです。</a:t>
            </a:r>
          </a:p>
          <a:p>
            <a:pPr>
              <a:spcAft>
                <a:spcPts val="800"/>
              </a:spcAft>
              <a:defRPr sz="1400">
                <a:solidFill>
                  <a:srgbClr val="333333"/>
                </a:solidFill>
                <a:latin typeface="Meiryo"/>
              </a:defRPr>
            </a:pPr>
            <a:r>
              <a:t>• 次に、指しゃぶりをしなかった時間に注目して、たくさんほめてあげましょう。カレンダーにシールを貼るのも効果的です。</a:t>
            </a:r>
          </a:p>
          <a:p>
            <a:pPr>
              <a:spcAft>
                <a:spcPts val="800"/>
              </a:spcAft>
              <a:defRPr sz="1400">
                <a:solidFill>
                  <a:srgbClr val="333333"/>
                </a:solidFill>
                <a:latin typeface="Meiryo"/>
              </a:defRPr>
            </a:pPr>
            <a:r>
              <a:t>• そして、寝る前は指の代わりにお気に入りのぬいぐるみを持たせたり、手をつないであげたりしてみてください。</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3つのコツをチェックリスト風に1つずつ表示 / 粘土遊び・シール・ぬいぐるみのやさしいイラスト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こんなときは歯科医院に相談を</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4歳を過ぎても日中ひんぱんに指しゃぶりをしている場合や、前歯に隙間ができてきたと感じる場合は、一度かかりつけの歯科医院に相談してみてください。</a:t>
            </a:r>
          </a:p>
          <a:p>
            <a:pPr>
              <a:spcAft>
                <a:spcPts val="800"/>
              </a:spcAft>
              <a:defRPr sz="1400">
                <a:solidFill>
                  <a:srgbClr val="333333"/>
                </a:solidFill>
                <a:latin typeface="Meiryo"/>
              </a:defRPr>
            </a:pPr>
            <a:r>
              <a:t>• お口の中を実際に確認したうえで、お子さんの年齢や性格に合ったアドバイスをしてもらえますよ。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相談の目安チェックリスト（4歳以降も頻繁／前歯に変化／やめたいのにやめられない）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焦らず、お子さんのペースで</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指しゃぶりは、成長とともに自然に卒業できるお子さんがほとんどです。焦らず、お子さんのペースに寄り添いながら見守っていきましょう。</a:t>
            </a:r>
            <a:br/>
            <a:r>
              <a:t>気になることがあれば、いつでもお気軽にご相談くださいね。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3歳までは自然な行動。4歳以降も続くなら、叱らず寄り添いながら少しずつ卒業を。</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