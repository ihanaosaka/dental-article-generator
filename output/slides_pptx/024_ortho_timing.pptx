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#024</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矯正治療、うちの子はいつ始めるのがいいの？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歯並びが気になり始めたお子さんの保護者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矯正治療 いつ始める？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子どもの歯並びが気になっています。</a:t>
            </a:r>
            <a:br/>
            <a:r>
              <a:t>矯正治療はいつから始めるのがいいですか？</a:t>
            </a:r>
            <a:br/>
            <a:r>
              <a:t>ママ友に『早い方がいい』と聞いたんですが、</a:t>
            </a:r>
            <a:br/>
            <a:r>
              <a:t>本当でしょうか……？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「早ければ早いほどいい」とは限りません</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結論からお伝えすると、矯正治療は『早ければ早いほどいい』というほど単純ではありません。</a:t>
            </a:r>
          </a:p>
          <a:p>
            <a:pPr>
              <a:spcAft>
                <a:spcPts val="800"/>
              </a:spcAft>
              <a:defRPr sz="1400">
                <a:solidFill>
                  <a:srgbClr val="333333"/>
                </a:solidFill>
                <a:latin typeface="Meiryo"/>
              </a:defRPr>
            </a:pPr>
            <a:r>
              <a:t>• お子さんの歯並びのタイプや成長の段階によって、最適な時期は一人ひとり違います。</a:t>
            </a:r>
          </a:p>
          <a:p>
            <a:pPr>
              <a:spcAft>
                <a:spcPts val="800"/>
              </a:spcAft>
              <a:defRPr sz="1400">
                <a:solidFill>
                  <a:srgbClr val="333333"/>
                </a:solidFill>
                <a:latin typeface="Meiryo"/>
              </a:defRPr>
            </a:pPr>
            <a:r>
              <a:t>• ただし、7歳頃までに一度、矯正の相談をしておくと安心です。治療を始めるかどうかではなく、まず専門家に診てもらうことが大切なんです。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「早い＝良い」に「？」マークをつけるアニメーション / 「7歳頃までに相談」のテロップを強調表示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セクション2：なぜ一概に言えないの？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歯並びのタイプで最適な時期が違う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たとえば『出っ歯』の場合、信頼性の高い研究では、早めに治療を始めた場合と、思春期にまとめて治療した場合で、最終的な仕上がりに大きな差はなかったと報告されています…</a:t>
            </a:r>
          </a:p>
          <a:p>
            <a:pPr>
              <a:spcAft>
                <a:spcPts val="800"/>
              </a:spcAft>
              <a:defRPr sz="1400">
                <a:solidFill>
                  <a:srgbClr val="333333"/>
                </a:solidFill>
                <a:latin typeface="Meiryo"/>
              </a:defRPr>
            </a:pPr>
            <a:r>
              <a:t>• ただし、前歯が大きく出ていると転んだときに歯をぶつけやすいので、ケガの予防のために早めに対応する価値はあります。</a:t>
            </a:r>
          </a:p>
          <a:p>
            <a:pPr>
              <a:spcAft>
                <a:spcPts val="800"/>
              </a:spcAft>
              <a:defRPr sz="1400">
                <a:solidFill>
                  <a:srgbClr val="333333"/>
                </a:solidFill>
                <a:latin typeface="Meiryo"/>
              </a:defRPr>
            </a:pPr>
            <a:r>
              <a:t>• 一方、『受け口』の場合は、早期治療で一時的に改善しても、成長期にまた戻ってしまうことがあり、長期的な効果についてはまだ研究が十分ではありません。</a:t>
            </a:r>
          </a:p>
          <a:p>
            <a:pPr>
              <a:spcAft>
                <a:spcPts val="800"/>
              </a:spcAft>
              <a:defRPr sz="1400">
                <a:solidFill>
                  <a:srgbClr val="333333"/>
                </a:solidFill>
                <a:latin typeface="Meiryo"/>
              </a:defRPr>
            </a:pPr>
            <a:r>
              <a:t>• つまり、『どんなタイプの歯並びか』で対応が変わるということなんです。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出っ歯・受け口のイラストを比較表示 / 「タイプ別」の矢印チャート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まずは7歳頃までに相談を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では、保護者の方は何をすればよいのか、ポイントを3つお伝えします。</a:t>
            </a:r>
          </a:p>
          <a:p>
            <a:pPr>
              <a:spcAft>
                <a:spcPts val="800"/>
              </a:spcAft>
              <a:defRPr sz="1400">
                <a:solidFill>
                  <a:srgbClr val="333333"/>
                </a:solidFill>
                <a:latin typeface="Meiryo"/>
              </a:defRPr>
            </a:pPr>
            <a:r>
              <a:t>• ひとつめ。7歳頃までに、矯正の相談に行きましょう。ちょうど前歯が生え変わり始める時期なので、専門家がチェックするのに適しています。</a:t>
            </a:r>
          </a:p>
          <a:p>
            <a:pPr>
              <a:spcAft>
                <a:spcPts val="800"/>
              </a:spcAft>
              <a:defRPr sz="1400">
                <a:solidFill>
                  <a:srgbClr val="333333"/>
                </a:solidFill>
                <a:latin typeface="Meiryo"/>
              </a:defRPr>
            </a:pPr>
            <a:r>
              <a:t>• ふたつめ。『様子を見ましょう』と言われても心配しなくて大丈夫です。最適なタイミングを待つための前向きな判断です。</a:t>
            </a:r>
          </a:p>
          <a:p>
            <a:pPr>
              <a:spcAft>
                <a:spcPts val="800"/>
              </a:spcAft>
              <a:defRPr sz="1400">
                <a:solidFill>
                  <a:srgbClr val="333333"/>
                </a:solidFill>
                <a:latin typeface="Meiryo"/>
              </a:defRPr>
            </a:pPr>
            <a:r>
              <a:t>• みっつめ。前歯が大きく出ている、受け口になっている、口呼吸が続いているなどの場合は、早めの相談をおすすめします。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3つのポイントをチェックリスト風に表示 / 「早めに相談」の症状リスト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焦らず、でも気になったら相談を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おうちでは、お子さんの歯並びやかみ合わせの様子をときどき観察してみてください。</a:t>
            </a:r>
          </a:p>
          <a:p>
            <a:pPr>
              <a:spcAft>
                <a:spcPts val="800"/>
              </a:spcAft>
              <a:defRPr sz="1400">
                <a:solidFill>
                  <a:srgbClr val="333333"/>
                </a:solidFill>
                <a:latin typeface="Meiryo"/>
              </a:defRPr>
            </a:pPr>
            <a:r>
              <a:t>• 歯をぶつけやすそうなほど前歯が出ていないか、口がいつも開いていないか、指しゃぶりが続いていないか。</a:t>
            </a:r>
          </a:p>
          <a:p>
            <a:pPr>
              <a:spcAft>
                <a:spcPts val="800"/>
              </a:spcAft>
              <a:defRPr sz="1400">
                <a:solidFill>
                  <a:srgbClr val="333333"/>
                </a:solidFill>
                <a:latin typeface="Meiryo"/>
              </a:defRPr>
            </a:pPr>
            <a:r>
              <a:t>• 気になることがあれば、早めに相談しておくことで、最適なタイミングを逃さずに済みます。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チェックポイントのイラスト（前歯、口呼吸、指しゃぶり）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その子に合ったタイミングを一緒に見つけましょう</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矯正治療は、焦って始める必要はありません。でも、気になったら早めに相談を。</a:t>
            </a:r>
            <a:br/>
            <a:r>
              <a:t>お子さんの成長に合わせたベストなタイミングを一緒に見つけていきましょう。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早ければ早いほどいいわけではない。7歳頃までに一度相談を。</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