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#003</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妊娠中にキシリトールガムを噛めば、赤ちゃんのむし歯は防げるの？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妊娠中の方、妊娠を考えている方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妊娠中のキシリトールとむし歯予防</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妊娠中にキシリトールガムを噛むと、</a:t>
            </a:r>
            <a:br/>
            <a:r>
              <a:t>赤ちゃんのむし歯予防になるって聞きました。</a:t>
            </a:r>
            <a:br/>
            <a:r>
              <a:t>本当ですか？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キシリトールだけでむし歯予防は完結しない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結論からお伝えすると、妊娠中にキシリトールを摂ることで、赤ちゃんのむし歯を確実に防げるという科学的な根拠は、まだ十分ではありません。</a:t>
            </a:r>
          </a:p>
          <a:p>
            <a:pPr>
              <a:spcAft>
                <a:spcPts val="800"/>
              </a:spcAft>
              <a:defRPr sz="1400">
                <a:solidFill>
                  <a:srgbClr val="333333"/>
                </a:solidFill>
                <a:latin typeface="Meiryo"/>
              </a:defRPr>
            </a:pPr>
            <a:r>
              <a:t>• これは2024年に発表されたコクランレビューという、世界で最も信頼性の高い研究報告でも同じ結論が出ています。</a:t>
            </a:r>
          </a:p>
          <a:p>
            <a:pPr>
              <a:spcAft>
                <a:spcPts val="800"/>
              </a:spcAft>
              <a:defRPr sz="1400">
                <a:solidFill>
                  <a:srgbClr val="333333"/>
                </a:solidFill>
                <a:latin typeface="Meiryo"/>
              </a:defRPr>
            </a:pPr>
            <a:r>
              <a:t>• ただし、キシリトールにまったく意味がないわけではありません。大事なのは、その位置づけを正しく知っておくことです。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「コクランレビュー（2024年）」のテロップを表示 / 「キシリトール＝万能」に×印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セクション2：むし歯の原因は「菌がうつる」ではなかった</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むし歯は「生活習慣」の積み重ねで起こる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少し前まで、むし歯はお母さんの口から赤ちゃんに菌がうつって起こると考えられていました。</a:t>
            </a:r>
          </a:p>
          <a:p>
            <a:pPr>
              <a:spcAft>
                <a:spcPts val="800"/>
              </a:spcAft>
              <a:defRPr sz="1400">
                <a:solidFill>
                  <a:srgbClr val="333333"/>
                </a:solidFill>
                <a:latin typeface="Meiryo"/>
              </a:defRPr>
            </a:pPr>
            <a:r>
              <a:t>• だから、お母さんの菌を減らせば赤ちゃんのむし歯も防げるはず、キシリトールで菌を減らそう、という考え方が広まったんですね。</a:t>
            </a:r>
          </a:p>
          <a:p>
            <a:pPr>
              <a:spcAft>
                <a:spcPts val="800"/>
              </a:spcAft>
              <a:defRPr sz="1400">
                <a:solidFill>
                  <a:srgbClr val="333333"/>
                </a:solidFill>
                <a:latin typeface="Meiryo"/>
              </a:defRPr>
            </a:pPr>
            <a:r>
              <a:t>• でも、今の研究ではこの考え方は見直されています。WHOも、むし歯は人からうつる感染症ではなく、食習慣やお口のケアなどが積み重なって起こる生活習慣の病気だと分類し…</a:t>
            </a:r>
          </a:p>
          <a:p>
            <a:pPr>
              <a:spcAft>
                <a:spcPts val="800"/>
              </a:spcAft>
              <a:defRPr sz="1400">
                <a:solidFill>
                  <a:srgbClr val="333333"/>
                </a:solidFill>
                <a:latin typeface="Meiryo"/>
              </a:defRPr>
            </a:pPr>
            <a:r>
              <a:t>• つまり、特定の菌がうつるかどうかよりも、砂糖の摂り方、歯みがきの習慣、フッ素を使っているかどうか、そういったことのほうがむし歯のリスクを大きく左右するんです。</a:t>
            </a:r>
          </a:p>
          <a:p>
            <a:pPr>
              <a:spcAft>
                <a:spcPts val="800"/>
              </a:spcAft>
              <a:defRPr sz="1400">
                <a:solidFill>
                  <a:srgbClr val="333333"/>
                </a:solidFill>
                <a:latin typeface="Meiryo"/>
              </a:defRPr>
            </a:pPr>
            <a:r>
              <a:t>• ですから、スプーンの共有をうっかりしてしまっても、それだけでむし歯になるわけではありません。過度に心配しなくて大丈夫ですよ。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「感染症」から「生活習慣病」への変化を示す矢印イラスト / 「砂糖の摂り方」「歯みがき」「フッ素」のアイコン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セクション3：キシリトールの上手な使い方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キシリトールは「プラスアルファ」の習慣に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では、キシリトールはどう使えばいいのでしょうか。</a:t>
            </a:r>
          </a:p>
          <a:p>
            <a:pPr>
              <a:spcAft>
                <a:spcPts val="800"/>
              </a:spcAft>
              <a:defRPr sz="1400">
                <a:solidFill>
                  <a:srgbClr val="333333"/>
                </a:solidFill>
                <a:latin typeface="Meiryo"/>
              </a:defRPr>
            </a:pPr>
            <a:r>
              <a:t>• キシリトールには、お口の中が酸性になるのを防いだり、ガムを噛むことで唾液を増やしたりするよい働きがあります。</a:t>
            </a:r>
          </a:p>
          <a:p>
            <a:pPr>
              <a:spcAft>
                <a:spcPts val="800"/>
              </a:spcAft>
              <a:defRPr sz="1400">
                <a:solidFill>
                  <a:srgbClr val="333333"/>
                </a:solidFill>
                <a:latin typeface="Meiryo"/>
              </a:defRPr>
            </a:pPr>
            <a:r>
              <a:t>• ですから、毎日の歯みがきや食生活の見直しをベースにして、『プラスアルファ』として取り入れるのがおすすめです。</a:t>
            </a:r>
          </a:p>
          <a:p>
            <a:pPr>
              <a:spcAft>
                <a:spcPts val="800"/>
              </a:spcAft>
              <a:defRPr sz="1400">
                <a:solidFill>
                  <a:srgbClr val="333333"/>
                </a:solidFill>
                <a:latin typeface="Meiryo"/>
              </a:defRPr>
            </a:pPr>
            <a:r>
              <a:t>• そして妊娠中に一番大切なのは、お母さん自身のお口の環境を整えることです。</a:t>
            </a:r>
          </a:p>
          <a:p>
            <a:pPr>
              <a:spcAft>
                <a:spcPts val="800"/>
              </a:spcAft>
              <a:defRPr sz="1400">
                <a:solidFill>
                  <a:srgbClr val="333333"/>
                </a:solidFill>
                <a:latin typeface="Meiryo"/>
              </a:defRPr>
            </a:pPr>
            <a:r>
              <a:t>• 安定期に入ったら歯科検診を受けること、砂糖をだらだら摂らないようにすること、毎日ていねいに歯をみがくこと。この3つが、いちばんの土台になります。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チェックリスト風の表示（歯みがき→食生活→キシリトール） / 「安定期に歯科検診」のカレンダーイラスト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甘いものは「だらだら食べ」を避ける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おうちで特に気をつけたいのが、砂糖の摂り方です。</a:t>
            </a:r>
          </a:p>
          <a:p>
            <a:pPr>
              <a:spcAft>
                <a:spcPts val="800"/>
              </a:spcAft>
              <a:defRPr sz="1400">
                <a:solidFill>
                  <a:srgbClr val="333333"/>
                </a:solidFill>
                <a:latin typeface="Meiryo"/>
              </a:defRPr>
            </a:pPr>
            <a:r>
              <a:t>• 甘いものを一度にたくさん食べることよりも、だらだらと頻繁に口にし続けるほうがむし歯のリスクは高くなります。</a:t>
            </a:r>
          </a:p>
          <a:p>
            <a:pPr>
              <a:spcAft>
                <a:spcPts val="800"/>
              </a:spcAft>
              <a:defRPr sz="1400">
                <a:solidFill>
                  <a:srgbClr val="333333"/>
                </a:solidFill>
                <a:latin typeface="Meiryo"/>
              </a:defRPr>
            </a:pPr>
            <a:r>
              <a:t>• 間食は時間を決めて。甘い飲み物をちびちび飲み続けるのも控えめに。今のうちから意識しておくと、赤ちゃんが生まれた後にもきっと役立ちますよ。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「だらだら食べ」と「時間を決めた間食」の比較イラスト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むし歯予防は「組み合わせ」が大切</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キシリトールだけに頼るのではなく、歯みがき、食生活、フッ素、歯科検診。いくつかの方法を組み合わせることが、むし歯予防のいちばんの近道です。</a:t>
            </a:r>
            <a:br/>
            <a:r>
              <a:t>気になることがあれば、いつでもご相談くださいね。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キシリトールは『プラスアルファ』の習慣。むし歯予防の土台は歯みがき・食生活・フッ素・歯科検診の組み合わせ。</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