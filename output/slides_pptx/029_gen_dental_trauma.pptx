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#029</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子どもが歯をぶつけた！ そのとき何をすればいい？</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乳幼児〜学童期のお子さんを持つ保護者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歯をぶつけた！どうすればいい？</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子どもが転んで前歯をぶつけました。</a:t>
            </a:r>
            <a:br/>
            <a:r>
              <a:t>血は出ていないのですが、</a:t>
            </a:r>
            <a:br/>
            <a:r>
              <a:t>歯医者さんに行った方がいいですか？</a:t>
            </a:r>
            <a:br/>
            <a:r>
              <a:t>もし歯が抜けてしまったら</a:t>
            </a:r>
            <a:br/>
            <a:r>
              <a:t>どうすればいいですか……？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見た目が大丈夫でも 歯医者さんへ</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結論からお伝えすると、歯をぶつけたら、見た目に変化がなくても歯医者さんで診てもらうことをおすすめします。</a:t>
            </a:r>
          </a:p>
          <a:p>
            <a:pPr>
              <a:spcAft>
                <a:spcPts val="800"/>
              </a:spcAft>
              <a:defRPr sz="1400">
                <a:solidFill>
                  <a:srgbClr val="333333"/>
                </a:solidFill>
                <a:latin typeface="Meiryo"/>
              </a:defRPr>
            </a:pPr>
            <a:r>
              <a:t>• なぜなら、歯の根っこの部分に見えないダメージが隠れていることがあるからです。</a:t>
            </a:r>
          </a:p>
          <a:p>
            <a:pPr>
              <a:spcAft>
                <a:spcPts val="800"/>
              </a:spcAft>
              <a:defRPr sz="1400">
                <a:solidFill>
                  <a:srgbClr val="333333"/>
                </a:solidFill>
                <a:latin typeface="Meiryo"/>
              </a:defRPr>
            </a:pPr>
            <a:r>
              <a:t>• そして最も大切なのは、永久歯が抜け落ちてしまった場合、最初の30分の対応が歯の運命を大きく左右するということ。</a:t>
            </a:r>
          </a:p>
          <a:p>
            <a:pPr>
              <a:spcAft>
                <a:spcPts val="800"/>
              </a:spcAft>
              <a:defRPr sz="1400">
                <a:solidFill>
                  <a:srgbClr val="333333"/>
                </a:solidFill>
                <a:latin typeface="Meiryo"/>
              </a:defRPr>
            </a:pPr>
            <a:r>
              <a:t>• 正しい知識を持っておくことが、お子さんの歯を守る力になります。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歯の断面図（見えない歯根のダメージを示す） / 「30分」を強調するタイマーイラスト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セクション2：歯をぶつけたらまず何をする？</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落ち着いて 3つのステップ</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お子さんが歯をぶつけたとき、まず大切なのは落ち着くことです。保護者が慌てるとお子さんの不安も大きくなります。</a:t>
            </a:r>
          </a:p>
          <a:p>
            <a:pPr>
              <a:spcAft>
                <a:spcPts val="800"/>
              </a:spcAft>
              <a:defRPr sz="1400">
                <a:solidFill>
                  <a:srgbClr val="333333"/>
                </a:solidFill>
                <a:latin typeface="Meiryo"/>
              </a:defRPr>
            </a:pPr>
            <a:r>
              <a:t>• ステップ1。清潔なガーゼやハンカチで出血部分をやさしく押さえます。そして口の中を確認しましょう。歯が欠けていないか、ぐらぐらしていないか、位置がずれていないかを…</a:t>
            </a:r>
          </a:p>
          <a:p>
            <a:pPr>
              <a:spcAft>
                <a:spcPts val="800"/>
              </a:spcAft>
              <a:defRPr sz="1400">
                <a:solidFill>
                  <a:srgbClr val="333333"/>
                </a:solidFill>
                <a:latin typeface="Meiryo"/>
              </a:defRPr>
            </a:pPr>
            <a:r>
              <a:t>• ステップ2。もし永久歯が抜け落ちてしまったら、ここが一番大切なポイントです。歯を見つけたら、白い部分、つまり頭の部分を持ってください。根っこの部分には絶対に触ら…</a:t>
            </a:r>
          </a:p>
          <a:p>
            <a:pPr>
              <a:spcAft>
                <a:spcPts val="800"/>
              </a:spcAft>
              <a:defRPr sz="1400">
                <a:solidFill>
                  <a:srgbClr val="333333"/>
                </a:solidFill>
                <a:latin typeface="Meiryo"/>
              </a:defRPr>
            </a:pPr>
            <a:r>
              <a:t>• 汚れていたら水で10秒以内にさっとすすいで、できれば牛乳に浸けて保存します。牛乳がなければ、お子さんの口の中で保存する方法もあります。</a:t>
            </a:r>
          </a:p>
          <a:p>
            <a:pPr>
              <a:spcAft>
                <a:spcPts val="800"/>
              </a:spcAft>
              <a:defRPr sz="1400">
                <a:solidFill>
                  <a:srgbClr val="333333"/>
                </a:solidFill>
                <a:latin typeface="Meiryo"/>
              </a:defRPr>
            </a:pPr>
            <a:r>
              <a:t>• ティッシュに包むのはやめてください。乾燥は歯にとって大敵です。</a:t>
            </a:r>
          </a:p>
          <a:p>
            <a:pPr>
              <a:spcAft>
                <a:spcPts val="800"/>
              </a:spcAft>
              <a:defRPr sz="1400">
                <a:solidFill>
                  <a:srgbClr val="333333"/>
                </a:solidFill>
                <a:latin typeface="Meiryo"/>
              </a:defRPr>
            </a:pPr>
            <a:r>
              <a:t>• ステップ3。できるだけ早く歯医者さんへ。永久歯が抜けた場合は、30分以内が理想です。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ステップ1〜3を順番にアニメーション表示 / 「歯冠を持つ・歯根に触らない」の図解 / 「牛乳に浸ける」のイラスト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状況別の受診タイミング</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歯医者さんに行くタイミングの目安をお伝えします。</a:t>
            </a:r>
          </a:p>
          <a:p>
            <a:pPr>
              <a:spcAft>
                <a:spcPts val="800"/>
              </a:spcAft>
              <a:defRPr sz="1400">
                <a:solidFill>
                  <a:srgbClr val="333333"/>
                </a:solidFill>
                <a:latin typeface="Meiryo"/>
              </a:defRPr>
            </a:pPr>
            <a:r>
              <a:t>• 永久歯が抜け落ちた場合は、一刻も早く。30分以内が理想です。</a:t>
            </a:r>
          </a:p>
          <a:p>
            <a:pPr>
              <a:spcAft>
                <a:spcPts val="800"/>
              </a:spcAft>
              <a:defRPr sz="1400">
                <a:solidFill>
                  <a:srgbClr val="333333"/>
                </a:solidFill>
                <a:latin typeface="Meiryo"/>
              </a:defRPr>
            </a:pPr>
            <a:r>
              <a:t>• 歯がぐらぐらする、位置がずれた場合は、無理に動かさず、当日中に受診しましょう。</a:t>
            </a:r>
          </a:p>
          <a:p>
            <a:pPr>
              <a:spcAft>
                <a:spcPts val="800"/>
              </a:spcAft>
              <a:defRPr sz="1400">
                <a:solidFill>
                  <a:srgbClr val="333333"/>
                </a:solidFill>
                <a:latin typeface="Meiryo"/>
              </a:defRPr>
            </a:pPr>
            <a:r>
              <a:t>• 歯が欠けた場合は、欠けた破片があれば水に浸けて持参し、当日から翌日に受診しましょう。</a:t>
            </a:r>
          </a:p>
          <a:p>
            <a:pPr>
              <a:spcAft>
                <a:spcPts val="800"/>
              </a:spcAft>
              <a:defRPr sz="1400">
                <a:solidFill>
                  <a:srgbClr val="333333"/>
                </a:solidFill>
                <a:latin typeface="Meiryo"/>
              </a:defRPr>
            </a:pPr>
            <a:r>
              <a:t>• 見た目に変化がない場合でも、その後に歯の色が変わったり痛みが続いたりしたら早めに受診してください。</a:t>
            </a:r>
          </a:p>
          <a:p>
            <a:pPr>
              <a:spcAft>
                <a:spcPts val="800"/>
              </a:spcAft>
              <a:defRPr sz="1400">
                <a:solidFill>
                  <a:srgbClr val="333333"/>
                </a:solidFill>
                <a:latin typeface="Meiryo"/>
              </a:defRPr>
            </a:pPr>
            <a:r>
              <a:t>• ひとつ大切な注意点があります。乳歯が抜けた場合は、元に戻す処置はしません。下に育っている永久歯を傷つけてしまう可能性があるためです。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状況別の表を画面に表示 / 「乳歯は再植しない」の注意テロップ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3つのキーワードを覚えておこう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いざというときのために、3つのキーワードを覚えておいてください。</a:t>
            </a:r>
          </a:p>
          <a:p>
            <a:pPr>
              <a:spcAft>
                <a:spcPts val="800"/>
              </a:spcAft>
              <a:defRPr sz="1400">
                <a:solidFill>
                  <a:srgbClr val="333333"/>
                </a:solidFill>
                <a:latin typeface="Meiryo"/>
              </a:defRPr>
            </a:pPr>
            <a:r>
              <a:t>• ひとつめは『時間』。永久歯が抜けたら30分以内が勝負です。</a:t>
            </a:r>
          </a:p>
          <a:p>
            <a:pPr>
              <a:spcAft>
                <a:spcPts val="800"/>
              </a:spcAft>
              <a:defRPr sz="1400">
                <a:solidFill>
                  <a:srgbClr val="333333"/>
                </a:solidFill>
                <a:latin typeface="Meiryo"/>
              </a:defRPr>
            </a:pPr>
            <a:r>
              <a:t>• ふたつめは『牛乳』。抜けた歯は牛乳に浸けて保存します。</a:t>
            </a:r>
          </a:p>
          <a:p>
            <a:pPr>
              <a:spcAft>
                <a:spcPts val="800"/>
              </a:spcAft>
              <a:defRPr sz="1400">
                <a:solidFill>
                  <a:srgbClr val="333333"/>
                </a:solidFill>
                <a:latin typeface="Meiryo"/>
              </a:defRPr>
            </a:pPr>
            <a:r>
              <a:t>• みっつめは『歯の根に触らない』。歯を持つときは頭の部分だけを持ちましょう。</a:t>
            </a:r>
          </a:p>
          <a:p>
            <a:pPr>
              <a:spcAft>
                <a:spcPts val="800"/>
              </a:spcAft>
              <a:defRPr sz="1400">
                <a:solidFill>
                  <a:srgbClr val="333333"/>
                </a:solidFill>
                <a:latin typeface="Meiryo"/>
              </a:defRPr>
            </a:pPr>
            <a:r>
              <a:t>• 学校や保育園にも、かかりつけ歯科医の連絡先を伝えておくと安心ですよ。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3つのキーワードを大きく表示（時間・牛乳・歯根に触らない）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知っておくだけで 歯を守れます</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歯の外傷は、最初の対応がその後を大きく左右します。</a:t>
            </a:r>
            <a:br/>
            <a:r>
              <a:t>この知識を頭の片隅に置いておくだけで、いざというとき、お子さんの歯を守る力になりますよ。</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歯をぶつけたら見た目が大丈夫でも受診を。永久歯が抜けたら30分以内・牛乳保存・歯根に触らない。</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