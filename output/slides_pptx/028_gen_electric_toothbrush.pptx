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A69A"/>
                </a:solidFill>
                <a:latin typeface="Meiryo"/>
              </a:defRPr>
            </a:pPr>
            <a:r>
              <a:t>#028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子どもに電動歯ブラシって使っていいの？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D0D8"/>
                </a:solidFill>
                <a:latin typeface="Meiryo"/>
              </a:defRPr>
            </a:pPr>
            <a:r>
              <a:t>対象: 電動歯ブラシの導入を検討している保護者  |  約2分50秒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オープニング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7B"/>
                </a:solidFill>
                <a:latin typeface="Meiryo"/>
              </a:defRPr>
            </a:pPr>
            <a:r>
              <a:t>子どもに電動歯ブラシ 使っていい？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2286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視聴者からの質問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eiryo"/>
              </a:defRPr>
            </a:pPr>
            <a:r>
              <a:t>子ども用の電動歯ブラシが気になっています。</a:t>
            </a:r>
            <a:br/>
            <a:r>
              <a:t>手みがきより良いのでしょうか？</a:t>
            </a:r>
            <a:br/>
            <a:r>
              <a:t>小さい子の歯や歯ぐきに</a:t>
            </a:r>
            <a:br/>
            <a:r>
              <a:t>強すぎたりしませんか……？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セクション1：結論から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電動も手みがきも 大きな差はありません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結論からお伝えすると、電動歯ブラシと手みがきで汚れの落ち方に大きな差はありません。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研究では、電動歯ブラシは手みがきと同じくらい、あるいはやや優れた効果が報告されていますが、『圧倒的に良い』というほどの差はないんです。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手みがきでも正しく丁寧に磨けば十分に汚れは落とせます。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大切なのは道具よりも『正しい磨き方で毎日続けること』です。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電動歯ブラシと手みがきの比較イラスト（ほぼ同等のイメージ）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セクション2：電動歯ブラシが役立つのはどんなとき？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こんなお子さんには検討の価値あり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ただし、電動歯ブラシが特に役立つケースもあります。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たとえば、指先を細かく動かすのが苦手なお子さん。電動歯ブラシはモーターの振動で自動的にブラシが動くので、歯に当てるだけで一定の効果が得られます。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また、歯みがきを嫌がるお子さんには、新しいツールへの興味がやる気につながることもあります。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歯科健診で磨き残しを指摘された場合も、手みがきを補う道具として検討してみる価値はあるでしょう。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安全性についてですが、電動歯ブラシだから特に危険という報告は今のところありません。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ただし、3歳未満のお子さんには研究データが十分ではないので、メーカーの対象年齢を確認し、保護者が見守りながら使ってくださいね。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3つのケースをアイコンで表示（不器用な手、嫌がる子、磨き残し） / 「3歳未満は要確認」の注意テロップ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セクション3：実践アドバイス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電動でも仕上げみがきは必要です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電動歯ブラシを使う場合の大切なポイントを3つお伝えします。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ひとつめ。仕上げみがきは省略しないでください。電動歯ブラシを使っていても、小学校低学年くらいまでは保護者の仕上げみがきが欠かせません。当てるべき場所に当てなけれ…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ふたつめ。力の入れすぎに注意しましょう。電動歯ブラシは軽く当てるだけで十分です。ゴシゴシ押しつけると歯ぐきを傷めてしまうことがあります。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みっつめ。フッ素入りの歯みがき粉を一緒に使うことも忘れずに。電動歯ブラシの役割は汚れを取り除くことであり、むし歯予防にはフッ素の力が必要です。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3つのポイントをステップ風に表示 / 「やさしく当てる」のイラスト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セクション4：おうちでできること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道具よりも「毎日続ける」ことが大切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電動でも手みがきでも、一番大切なのはお子さんに合った方法で毎日続けることです。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お子さんの年齢に合った製品を選び、ブラシの先が開いてきたら3か月を目安に交換しましょう。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どちらが合っているか迷ったら、かかりつけの歯科医院にお気軽にご相談くださいね。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ブラシヘッド交換のイラスト（新品 vs 使い古し）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大切なのは「正しく」「毎日」磨くこと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8ED"/>
                </a:solidFill>
                <a:latin typeface="Meiryo"/>
              </a:defRPr>
            </a:pPr>
            <a:r>
              <a:t>電動歯ブラシは便利な道具ですが、魔法の道具ではありません。</a:t>
            </a:r>
            <a:br/>
            <a:r>
              <a:t>お子さんに合った方法で毎日のケアを続けていきましょう。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クリニック情報・ご予約はこちら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18288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キーメッセージ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7B"/>
                </a:solidFill>
                <a:latin typeface="Meiryo"/>
              </a:defRPr>
            </a:pPr>
            <a:r>
              <a:t>電動も手みがきも大きな差はない。大切なのは正しい方法で毎日続けること。仕上げみがきは省略しない。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eiryo"/>
              </a:defRPr>
            </a:pPr>
            <a:r>
              <a:t>お問い合わせ: クリニック情報・ご予約方法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