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#001</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赤ちゃんの歯医者さん、いつから行けばいいの？</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0〜1歳のお子さんを持つ保護者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赤ちゃんの歯医者さん いつから？</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赤ちゃんに歯が生えてきたんですが、</a:t>
            </a:r>
            <a:br/>
            <a:r>
              <a:t>歯医者さんにはいつから連れて行けばいいですか？</a:t>
            </a:r>
            <a:br/>
            <a:r>
              <a:t>まだ1〜2本しかないので、早い気もするんですが……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最初の歯が生えたら → 歯医者デビューの合図</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結論からお伝えすると、最初の歯が生えてから6か月以内、遅くとも1歳のお誕生日までに初めての歯科受診をするのがおすすめです。</a:t>
            </a:r>
          </a:p>
          <a:p>
            <a:pPr>
              <a:spcAft>
                <a:spcPts val="800"/>
              </a:spcAft>
              <a:defRPr sz="1400">
                <a:solidFill>
                  <a:srgbClr val="333333"/>
                </a:solidFill>
                <a:latin typeface="Meiryo"/>
              </a:defRPr>
            </a:pPr>
            <a:r>
              <a:t>• これは日本小児歯科学会も、アメリカの小児歯科学会も推奨しているタイミングです。</a:t>
            </a:r>
          </a:p>
          <a:p>
            <a:pPr>
              <a:spcAft>
                <a:spcPts val="800"/>
              </a:spcAft>
              <a:defRPr sz="1400">
                <a:solidFill>
                  <a:srgbClr val="333333"/>
                </a:solidFill>
                <a:latin typeface="Meiryo"/>
              </a:defRPr>
            </a:pPr>
            <a:r>
              <a:t>• 『え、1歳で歯医者さん？　早くない？』と思いますよね。でも、実はちゃんとした理由があるんです。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タイムラインのイラスト（生後6か月 → 歯が生える → 歯科受診）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セクション2：なぜ早めがいいの？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乳歯のむし歯は進みやすい</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赤ちゃんの乳歯は、大人の歯よりもエナメル質が薄いんです。なので、むし歯になるとあっという間に深くまで進んでしまうことがあります。</a:t>
            </a:r>
          </a:p>
          <a:p>
            <a:pPr>
              <a:spcAft>
                <a:spcPts val="800"/>
              </a:spcAft>
              <a:defRPr sz="1400">
                <a:solidFill>
                  <a:srgbClr val="333333"/>
                </a:solidFill>
                <a:latin typeface="Meiryo"/>
              </a:defRPr>
            </a:pPr>
            <a:r>
              <a:t>• 3歳を過ぎてから初めて歯医者さんに行ったら、もうむし歯がかなり進んでいた……そんなケースは、実は少なくありません。</a:t>
            </a:r>
          </a:p>
          <a:p>
            <a:pPr>
              <a:spcAft>
                <a:spcPts val="800"/>
              </a:spcAft>
              <a:defRPr sz="1400">
                <a:solidFill>
                  <a:srgbClr val="333333"/>
                </a:solidFill>
                <a:latin typeface="Meiryo"/>
              </a:defRPr>
            </a:pPr>
            <a:r>
              <a:t>• 早めに歯医者さんに行く目的は、治療」じゃないんです。むし歯にならないようにする」こと。つまり、予防のために行くんですね。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乳歯と永久歯のエナメル質の厚さ比較イラスト / 「治療」に×、「予防」に○のアイコン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セクション3：初めての受診って何をするの？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初回は「チェックとアドバイス」が中心</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初めての受診と聞くと、何か怖いことをされるんじゃないかと心配になるかもしれません。</a:t>
            </a:r>
          </a:p>
          <a:p>
            <a:pPr>
              <a:spcAft>
                <a:spcPts val="800"/>
              </a:spcAft>
              <a:defRPr sz="1400">
                <a:solidFill>
                  <a:srgbClr val="333333"/>
                </a:solidFill>
                <a:latin typeface="Meiryo"/>
              </a:defRPr>
            </a:pPr>
            <a:r>
              <a:t>• でも安心してください。初回にすることは、こんな感じです。</a:t>
            </a:r>
          </a:p>
          <a:p>
            <a:pPr>
              <a:spcAft>
                <a:spcPts val="800"/>
              </a:spcAft>
              <a:defRPr sz="1400">
                <a:solidFill>
                  <a:srgbClr val="333333"/>
                </a:solidFill>
                <a:latin typeface="Meiryo"/>
              </a:defRPr>
            </a:pPr>
            <a:r>
              <a:t>• お口の中をやさしく見て、歯の生え方をチェック。正しい歯みがきの仕方を教えてもらう。ふだんの食べ方・飲み方についてアドバイスをもらう。気になることがあれば何でも質…</a:t>
            </a:r>
          </a:p>
          <a:p>
            <a:pPr>
              <a:spcAft>
                <a:spcPts val="800"/>
              </a:spcAft>
              <a:defRPr sz="1400">
                <a:solidFill>
                  <a:srgbClr val="333333"/>
                </a:solidFill>
                <a:latin typeface="Meiryo"/>
              </a:defRPr>
            </a:pPr>
            <a:r>
              <a:t>• 治療ではなく、チェックとアドバイスが中心なので、お子さんにとっても負担は少ないですよ。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チェックリスト風のアニメーション（1つずつ表示）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歯が生えたらフッ素入り歯みがきを</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おうちでは、歯が生えてきたら赤ちゃん用の歯ブラシで、フッ素入りの歯みがき粉を米粒くらい、ほんの少しつけて、1日2回みがいてあげてください。</a:t>
            </a:r>
          </a:p>
          <a:p>
            <a:pPr>
              <a:spcAft>
                <a:spcPts val="800"/>
              </a:spcAft>
              <a:defRPr sz="1400">
                <a:solidFill>
                  <a:srgbClr val="333333"/>
                </a:solidFill>
                <a:latin typeface="Meiryo"/>
              </a:defRPr>
            </a:pPr>
            <a:r>
              <a:t>• 特に、寝る前のみがきが大切です。寝ている間はだ液が減って、むし歯菌が活発になりやすいからです。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米粒大の歯みがき粉のイメージ写真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歯が生えたら歯医者さんへ</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『まだ早いかな？』と迷う必要はありません。早く始めるほど、お子さんの歯を守る力は強くなります。</a:t>
            </a:r>
            <a:br/>
            <a:r>
              <a:t>歯が生えたら、歯医者さんデビュー。ぜひ覚えておいてくださいね。</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歯が生えたら歯医者デビュー。遅くとも1歳までに。</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