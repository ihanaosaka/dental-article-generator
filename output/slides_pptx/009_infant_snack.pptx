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#009</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おやつの与え方、むし歯を防ぐにはどうすればいい？</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1〜2歳のお子さんを持つ保護者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おやつとむし歯の関係</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1歳を過ぎておやつを食べるようになりました。</a:t>
            </a:r>
            <a:br/>
            <a:r>
              <a:t>甘いものをあげるとむし歯になりそうで心配です。</a:t>
            </a:r>
            <a:br/>
            <a:r>
              <a:t>どんなふうにおやつをあげたらいいですか？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大切なのは「量」より「回数」</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結論からお伝えすると、むし歯予防で一番大切なのは、甘いものをどれだけ食べたかという『量』よりも、どれだけ何回食べたかという『回数』です。</a:t>
            </a:r>
          </a:p>
          <a:p>
            <a:pPr>
              <a:spcAft>
                <a:spcPts val="800"/>
              </a:spcAft>
              <a:defRPr sz="1400">
                <a:solidFill>
                  <a:srgbClr val="333333"/>
                </a:solidFill>
                <a:latin typeface="Meiryo"/>
              </a:defRPr>
            </a:pPr>
            <a:r>
              <a:t>• ダラダラと何度も甘いものを口にすると、お口の中がずっと酸性の状態になって、歯が溶けやすくなってしまいます。</a:t>
            </a:r>
          </a:p>
          <a:p>
            <a:pPr>
              <a:spcAft>
                <a:spcPts val="800"/>
              </a:spcAft>
              <a:defRPr sz="1400">
                <a:solidFill>
                  <a:srgbClr val="333333"/>
                </a:solidFill>
                <a:latin typeface="Meiryo"/>
              </a:defRPr>
            </a:pPr>
            <a:r>
              <a:t>• おやつの時間と中身を少し工夫するだけで、むし歯のリスクはぐっと下がりますよ。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「量」と「回数」を天秤イラストで比較、「回数」側が重い演出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セクション2：なぜダラダラ食べがよくないの？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お口の中は「溶ける」と「戻る」の繰り返し</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お口の中では、食べるたびに歯の表面が少し溶けて、食べ終わると、だ液の力で元に戻るということを繰り返しています。</a:t>
            </a:r>
          </a:p>
          <a:p>
            <a:pPr>
              <a:spcAft>
                <a:spcPts val="800"/>
              </a:spcAft>
              <a:defRPr sz="1400">
                <a:solidFill>
                  <a:srgbClr val="333333"/>
                </a:solidFill>
                <a:latin typeface="Meiryo"/>
              </a:defRPr>
            </a:pPr>
            <a:r>
              <a:t>• 元に戻るまでにだいたい30分から1時間かかるのですが、その間にまた甘いものを口にしてしまうと、歯が元に戻る暇がなくなってしまいます。</a:t>
            </a:r>
          </a:p>
          <a:p>
            <a:pPr>
              <a:spcAft>
                <a:spcPts val="800"/>
              </a:spcAft>
              <a:defRPr sz="1400">
                <a:solidFill>
                  <a:srgbClr val="333333"/>
                </a:solidFill>
                <a:latin typeface="Meiryo"/>
              </a:defRPr>
            </a:pPr>
            <a:r>
              <a:t>• これが、いわゆるダラダラ食べがむし歯につながりやすい理由です。</a:t>
            </a:r>
          </a:p>
          <a:p>
            <a:pPr>
              <a:spcAft>
                <a:spcPts val="800"/>
              </a:spcAft>
              <a:defRPr sz="1400">
                <a:solidFill>
                  <a:srgbClr val="333333"/>
                </a:solidFill>
                <a:latin typeface="Meiryo"/>
              </a:defRPr>
            </a:pPr>
            <a:r>
              <a:t>• WHOも、砂糖を含む食べ物の『回数』を減らすことがむし歯予防の大切な柱のひとつだとはっきり言っています。</a:t>
            </a:r>
          </a:p>
          <a:p>
            <a:pPr>
              <a:spcAft>
                <a:spcPts val="800"/>
              </a:spcAft>
              <a:defRPr sz="1400">
                <a:solidFill>
                  <a:srgbClr val="333333"/>
                </a:solidFill>
                <a:latin typeface="Meiryo"/>
              </a:defRPr>
            </a:pPr>
            <a:r>
              <a:t>• また、テレビやスマホを見ながらのおやつは、食べる量や時間への意識が薄れやすいので、ダラダラ食べにつながりやすいことも研究でわかっています。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歯の「脱灰→再石灰化」サイクルをシンプルなアニメーションで表現 / ダラダラ食べの場合、回復が追いつかない様子を図解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おやつの3つのルール</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すぐに始められるルールを3つご紹介します。</a:t>
            </a:r>
          </a:p>
          <a:p>
            <a:pPr>
              <a:spcAft>
                <a:spcPts val="800"/>
              </a:spcAft>
              <a:defRPr sz="1400">
                <a:solidFill>
                  <a:srgbClr val="333333"/>
                </a:solidFill>
                <a:latin typeface="Meiryo"/>
              </a:defRPr>
            </a:pPr>
            <a:r>
              <a:t>• 1つ目、おやつの時間を決めましょう。1日1〜2回、午前10時や午後3時など決まった時間にすると効果的です。</a:t>
            </a:r>
          </a:p>
          <a:p>
            <a:pPr>
              <a:spcAft>
                <a:spcPts val="800"/>
              </a:spcAft>
              <a:defRPr sz="1400">
                <a:solidFill>
                  <a:srgbClr val="333333"/>
                </a:solidFill>
                <a:latin typeface="Meiryo"/>
              </a:defRPr>
            </a:pPr>
            <a:r>
              <a:t>• 2つ目、おやつの中身を見直してみましょう。小さなお子さんのおやつは、お菓子ではなく小さなおにぎり、ふかしいも、果物、無糖のヨーグルトなど、栄養を補う『小さな食事…</a:t>
            </a:r>
          </a:p>
          <a:p>
            <a:pPr>
              <a:spcAft>
                <a:spcPts val="800"/>
              </a:spcAft>
              <a:defRPr sz="1400">
                <a:solidFill>
                  <a:srgbClr val="333333"/>
                </a:solidFill>
                <a:latin typeface="Meiryo"/>
              </a:defRPr>
            </a:pPr>
            <a:r>
              <a:t>• 3つ目、飲み物は水かお茶にしましょう。ジュースや甘い飲み物には想像以上に糖分が含まれています。のどが渇いたときは水か麦茶が安心です。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3つのルールをアイコン付きで順番に表示 / おすすめおやつの写真例（おにぎり、果物、ヨーグルトなど）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食べたらお水＋寝る前の歯みがき</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おやつのあとは、お水やお茶を飲ませるだけでもお口の中の糖分を洗い流す効果があります。</a:t>
            </a:r>
          </a:p>
          <a:p>
            <a:pPr>
              <a:spcAft>
                <a:spcPts val="800"/>
              </a:spcAft>
              <a:defRPr sz="1400">
                <a:solidFill>
                  <a:srgbClr val="333333"/>
                </a:solidFill>
                <a:latin typeface="Meiryo"/>
              </a:defRPr>
            </a:pPr>
            <a:r>
              <a:t>• そして、1日の中で一番大切なのは寝る前の歯みがきです。寝ている間はだ液が減るので、寝る前だけは丁寧に仕上げみがきをしてあげてくださいね。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おやつ後にお水を飲むイラスト / 「寝る前の歯みがきが一番大切」のテキスト強調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今のおやつ習慣が将来の歯を守る</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小さいうちに身につけたおやつの習慣は、将来の歯の健康につながります。完璧を目指さなくて大丈夫。できることから始めてみてくださいね。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むし歯予防のカギは甘いものの『回数』を減らすこと。おやつは時間と中身を決めて『小さな食事』に。</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