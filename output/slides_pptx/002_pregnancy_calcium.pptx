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  <a:latin typeface="Meiryo"/>
              </a:defRPr>
            </a:pPr>
            <a:r>
              <a:t>#002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妊娠中にカルシウムをたくさん摂れば、赤ちゃんの歯が丈夫になるの？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D8"/>
                </a:solidFill>
                <a:latin typeface="Meiryo"/>
              </a:defRPr>
            </a:pPr>
            <a:r>
              <a:t>対象: 妊娠中の方、妊娠を考えている方  |  約2分50秒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オープニング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7B"/>
                </a:solidFill>
                <a:latin typeface="Meiryo"/>
              </a:defRPr>
            </a:pPr>
            <a:r>
              <a:t>妊娠中のカルシウムと赤ちゃんの歯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2286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視聴者からの質問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eiryo"/>
              </a:defRPr>
            </a:pPr>
            <a:r>
              <a:t>妊娠中なんですが、赤ちゃんの歯を丈夫にするために</a:t>
            </a:r>
            <a:br/>
            <a:r>
              <a:t>カルシウムをたくさん摂ったほうがいいですか？</a:t>
            </a:r>
            <a:br/>
            <a:r>
              <a:t>牛乳をいっぱい飲まなきゃって聞いたんですけど……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セクション1：結論から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カルシウムは「たくさん」より「不足しないこと」が大切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結論からお伝えすると、カルシウムをたくさん摂れば赤ちゃんの歯がより丈夫になる、という科学的な根拠は、今のところ十分にはありません。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大切なのは、『たくさん摂ること』ではなく、『不足しないようにすること』です。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妊娠中のカルシウムの推奨量は、妊娠していないときと同じ、1日650mgです。意外ですよね。でも、ちゃんとした理由があるんです。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「たくさん摂る」に×、「不足しない」に○のアイコン / 「1日650mg」を大きく表示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セクション2：なぜ増やさなくていいの？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妊娠中は体がカルシウムの吸収率を自動で上げてくれる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実は、赤ちゃんの歯は妊娠7〜8週ごろからおなかの中で作り始められています。歯の材料としてカルシウムが必要なのは確かです。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でも、妊娠中のお母さんの体にはすばらしい仕組みがあって、腸からのカルシウムの吸収率が自然に上がるようになっています。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つまり、同じ量の食事でも、体がより効率よくカルシウムを取り込んでくれるんです。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だから、推奨量をしっかり摂っていれば、それ以上にたくさん摂っても赤ちゃんの歯がもっと丈夫になる、という根拠は見つかっていないんですね。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ただし注意したいのは、日本人はすべての年代でカルシウムが不足しがちだということ。まずは不足させない意識が大切です。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腸でのカルシウム吸収のイメージイラスト（吸収率が上がる矢印） / 「日本人はカルシウム不足しがち」のテロップ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セクション3：毎日の食事でカルシウムを摂るコツ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毎食1品、カルシウム食品をプラス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1日650mgと聞くと難しそうですが、意外と身近な食品で届きます。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たとえば、朝に牛乳をコップ1杯で約220mg、お昼にお豆腐のお味噌汁で約180mg、夕食に小松菜のおひたしで約130mg、間食にヨーグルトで約120mg。これで…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ポイントは、カルシウムだけに偏らないこと。ビタミンDやたんぱく質など、いろいろな栄養素をバランスよく摂ることが、お母さんにも赤ちゃんにも一番大切です。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サプリメントは、食事で摂りきれないときの補助として使いましょう。摂りすぎにも注意が必要なので、かかりつけの先生に相談してくださいね。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食品イラストとカルシウム量を並べた一覧（1品ずつ表示） / 「バランスの良い食事」のキーワードを強調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セクション4：おうちでできること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生まれた後のケアが一番のむし歯予防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そしてもうひとつ、知っておいていただきたいことがあります。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赤ちゃんのむし歯予防で一番大切なのは、実は生まれた後のケアなんです。食習慣の管理、毎日の歯みがき、フッ素の活用。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妊娠中の食事は大事ですが、あれもこれもとプレッシャーに感じる必要はありません。日頃の食事を見直すよい機会として、楽しみながら取り組んでみてくださいね。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「食習慣」「歯みがき」「フッ素」の3つのアイコン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カルシウムは不足なく、バランスよく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8ED"/>
                </a:solidFill>
                <a:latin typeface="Meiryo"/>
              </a:defRPr>
            </a:pPr>
            <a:r>
              <a:t>カルシウムは『たくさん』より『不足しないこと』。妊娠中の食事を見直すよい機会として、楽しみながら取り組んでいただけたらうれしいです。</a:t>
            </a:r>
            <a:br/>
            <a:r>
              <a:t>気になることがあれば、いつでもご相談くださいね。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クリニック情報・ご予約はこちら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18288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キーメッセージ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7B"/>
                </a:solidFill>
                <a:latin typeface="Meiryo"/>
              </a:defRPr>
            </a:pPr>
            <a:r>
              <a:t>カルシウムは『たくさん摂る』より『不足させない』。推奨量は1日650mgで妊娠前と同じ。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eiryo"/>
              </a:defRPr>
            </a:pPr>
            <a:r>
              <a:t>お問い合わせ: クリニック情報・ご予約方法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